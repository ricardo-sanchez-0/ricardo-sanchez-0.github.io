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41148000" cy="36576000"/>
  <p:notesSz cx="7010400" cy="92360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990" userDrawn="1">
          <p15:clr>
            <a:srgbClr val="A4A3A4"/>
          </p15:clr>
        </p15:guide>
        <p15:guide id="2" orient="horz" pos="22710" userDrawn="1">
          <p15:clr>
            <a:srgbClr val="A4A3A4"/>
          </p15:clr>
        </p15:guide>
        <p15:guide id="3" pos="18477" userDrawn="1">
          <p15:clr>
            <a:srgbClr val="A4A3A4"/>
          </p15:clr>
        </p15:guide>
        <p15:guide id="4" pos="14369" userDrawn="1">
          <p15:clr>
            <a:srgbClr val="A4A3A4"/>
          </p15:clr>
        </p15:guide>
        <p15:guide id="5" pos="6750" userDrawn="1">
          <p15:clr>
            <a:srgbClr val="A4A3A4"/>
          </p15:clr>
        </p15:guide>
        <p15:guide id="6" pos="6210" userDrawn="1">
          <p15:clr>
            <a:srgbClr val="A4A3A4"/>
          </p15:clr>
        </p15:guide>
        <p15:guide id="7" pos="282" userDrawn="1">
          <p15:clr>
            <a:srgbClr val="A4A3A4"/>
          </p15:clr>
        </p15:guide>
        <p15:guide id="8" pos="18689" userDrawn="1">
          <p15:clr>
            <a:srgbClr val="A4A3A4"/>
          </p15:clr>
        </p15:guide>
        <p15:guide id="9" pos="19710" userDrawn="1">
          <p15:clr>
            <a:srgbClr val="A4A3A4"/>
          </p15:clr>
        </p15:guide>
        <p15:guide id="10" pos="256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2031"/>
    <a:srgbClr val="FF0000"/>
    <a:srgbClr val="FFB1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2990"/>
        <p:guide orient="horz" pos="22710"/>
        <p:guide pos="18477"/>
        <p:guide pos="14369"/>
        <p:guide pos="6750"/>
        <p:guide pos="6210"/>
        <p:guide pos="282"/>
        <p:guide pos="18689"/>
        <p:guide pos="19710"/>
        <p:guide pos="25638"/>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ALEJANDRO SANCHEZ" userId="482a40ac-db42-4e10-b797-3647ed228953" providerId="ADAL" clId="{0E26DDE8-9249-4421-A36E-7906567DEFDD}"/>
    <pc:docChg chg="undo custSel addSld delSld modSld">
      <pc:chgData name="RICARDO ALEJANDRO SANCHEZ" userId="482a40ac-db42-4e10-b797-3647ed228953" providerId="ADAL" clId="{0E26DDE8-9249-4421-A36E-7906567DEFDD}" dt="2024-10-10T18:19:21.546" v="1171" actId="1076"/>
      <pc:docMkLst>
        <pc:docMk/>
      </pc:docMkLst>
      <pc:sldChg chg="addSp delSp modSp mod">
        <pc:chgData name="RICARDO ALEJANDRO SANCHEZ" userId="482a40ac-db42-4e10-b797-3647ed228953" providerId="ADAL" clId="{0E26DDE8-9249-4421-A36E-7906567DEFDD}" dt="2024-10-10T18:19:21.546" v="1171" actId="1076"/>
        <pc:sldMkLst>
          <pc:docMk/>
          <pc:sldMk cId="0" sldId="256"/>
        </pc:sldMkLst>
        <pc:spChg chg="mod">
          <ac:chgData name="RICARDO ALEJANDRO SANCHEZ" userId="482a40ac-db42-4e10-b797-3647ed228953" providerId="ADAL" clId="{0E26DDE8-9249-4421-A36E-7906567DEFDD}" dt="2024-10-10T18:19:21.546" v="1171" actId="1076"/>
          <ac:spMkLst>
            <pc:docMk/>
            <pc:sldMk cId="0" sldId="256"/>
            <ac:spMk id="2" creationId="{D9B86DAC-7767-4ED1-9F53-D115AAB51DF0}"/>
          </ac:spMkLst>
        </pc:spChg>
        <pc:spChg chg="add mod">
          <ac:chgData name="RICARDO ALEJANDRO SANCHEZ" userId="482a40ac-db42-4e10-b797-3647ed228953" providerId="ADAL" clId="{0E26DDE8-9249-4421-A36E-7906567DEFDD}" dt="2024-10-10T16:45:56.859" v="1151" actId="20577"/>
          <ac:spMkLst>
            <pc:docMk/>
            <pc:sldMk cId="0" sldId="256"/>
            <ac:spMk id="4" creationId="{B0C2CBA5-9B4D-11E0-949F-BA4280EAC7D9}"/>
          </ac:spMkLst>
        </pc:spChg>
        <pc:spChg chg="mod">
          <ac:chgData name="RICARDO ALEJANDRO SANCHEZ" userId="482a40ac-db42-4e10-b797-3647ed228953" providerId="ADAL" clId="{0E26DDE8-9249-4421-A36E-7906567DEFDD}" dt="2024-10-09T05:20:44.747" v="516" actId="368"/>
          <ac:spMkLst>
            <pc:docMk/>
            <pc:sldMk cId="0" sldId="256"/>
            <ac:spMk id="8" creationId="{DCB0FF70-50A0-97DB-0F66-6A5853192842}"/>
          </ac:spMkLst>
        </pc:spChg>
        <pc:spChg chg="mod">
          <ac:chgData name="RICARDO ALEJANDRO SANCHEZ" userId="482a40ac-db42-4e10-b797-3647ed228953" providerId="ADAL" clId="{0E26DDE8-9249-4421-A36E-7906567DEFDD}" dt="2024-10-09T05:20:44.747" v="516" actId="368"/>
          <ac:spMkLst>
            <pc:docMk/>
            <pc:sldMk cId="0" sldId="256"/>
            <ac:spMk id="9" creationId="{E75EA118-EC6D-852C-1A6D-36468AC1275F}"/>
          </ac:spMkLst>
        </pc:spChg>
        <pc:spChg chg="add mod">
          <ac:chgData name="RICARDO ALEJANDRO SANCHEZ" userId="482a40ac-db42-4e10-b797-3647ed228953" providerId="ADAL" clId="{0E26DDE8-9249-4421-A36E-7906567DEFDD}" dt="2024-10-10T16:32:08.646" v="1106" actId="1076"/>
          <ac:spMkLst>
            <pc:docMk/>
            <pc:sldMk cId="0" sldId="256"/>
            <ac:spMk id="10" creationId="{9692BDFE-FEFA-F72B-C959-42272703AD7B}"/>
          </ac:spMkLst>
        </pc:spChg>
        <pc:spChg chg="add mod">
          <ac:chgData name="RICARDO ALEJANDRO SANCHEZ" userId="482a40ac-db42-4e10-b797-3647ed228953" providerId="ADAL" clId="{0E26DDE8-9249-4421-A36E-7906567DEFDD}" dt="2024-10-10T16:32:08.646" v="1106" actId="1076"/>
          <ac:spMkLst>
            <pc:docMk/>
            <pc:sldMk cId="0" sldId="256"/>
            <ac:spMk id="12" creationId="{53293F44-EED1-1E5F-5E2E-3DA5FD58C7EE}"/>
          </ac:spMkLst>
        </pc:spChg>
        <pc:spChg chg="add del mod">
          <ac:chgData name="RICARDO ALEJANDRO SANCHEZ" userId="482a40ac-db42-4e10-b797-3647ed228953" providerId="ADAL" clId="{0E26DDE8-9249-4421-A36E-7906567DEFDD}" dt="2024-10-10T16:21:54.345" v="1084" actId="11529"/>
          <ac:spMkLst>
            <pc:docMk/>
            <pc:sldMk cId="0" sldId="256"/>
            <ac:spMk id="13" creationId="{4C2B412F-3A66-F9FF-CB65-455C8E1F2317}"/>
          </ac:spMkLst>
        </pc:spChg>
        <pc:spChg chg="mod">
          <ac:chgData name="RICARDO ALEJANDRO SANCHEZ" userId="482a40ac-db42-4e10-b797-3647ed228953" providerId="ADAL" clId="{0E26DDE8-9249-4421-A36E-7906567DEFDD}" dt="2024-10-08T17:38:03.952" v="23" actId="14100"/>
          <ac:spMkLst>
            <pc:docMk/>
            <pc:sldMk cId="0" sldId="256"/>
            <ac:spMk id="15" creationId="{82526DF5-AE21-7566-93CC-94C542DE6348}"/>
          </ac:spMkLst>
        </pc:spChg>
        <pc:spChg chg="add mod">
          <ac:chgData name="RICARDO ALEJANDRO SANCHEZ" userId="482a40ac-db42-4e10-b797-3647ed228953" providerId="ADAL" clId="{0E26DDE8-9249-4421-A36E-7906567DEFDD}" dt="2024-10-10T16:21:55.119" v="1086" actId="1076"/>
          <ac:spMkLst>
            <pc:docMk/>
            <pc:sldMk cId="0" sldId="256"/>
            <ac:spMk id="16" creationId="{71DE4B31-2B7E-A1FD-0CC7-69F6AB27C23C}"/>
          </ac:spMkLst>
        </pc:spChg>
        <pc:spChg chg="del mod">
          <ac:chgData name="RICARDO ALEJANDRO SANCHEZ" userId="482a40ac-db42-4e10-b797-3647ed228953" providerId="ADAL" clId="{0E26DDE8-9249-4421-A36E-7906567DEFDD}" dt="2024-10-08T17:36:23.125" v="17"/>
          <ac:spMkLst>
            <pc:docMk/>
            <pc:sldMk cId="0" sldId="256"/>
            <ac:spMk id="18" creationId="{DF64BC03-06F6-8785-2664-1FC4C5FCA894}"/>
          </ac:spMkLst>
        </pc:spChg>
        <pc:spChg chg="add mod">
          <ac:chgData name="RICARDO ALEJANDRO SANCHEZ" userId="482a40ac-db42-4e10-b797-3647ed228953" providerId="ADAL" clId="{0E26DDE8-9249-4421-A36E-7906567DEFDD}" dt="2024-10-10T16:45:37.241" v="1150" actId="20577"/>
          <ac:spMkLst>
            <pc:docMk/>
            <pc:sldMk cId="0" sldId="256"/>
            <ac:spMk id="20" creationId="{5569FDAB-8716-FC13-84C7-C2A33FB05906}"/>
          </ac:spMkLst>
        </pc:spChg>
        <pc:spChg chg="add mod">
          <ac:chgData name="RICARDO ALEJANDRO SANCHEZ" userId="482a40ac-db42-4e10-b797-3647ed228953" providerId="ADAL" clId="{0E26DDE8-9249-4421-A36E-7906567DEFDD}" dt="2024-10-10T15:51:02.355" v="1040" actId="20577"/>
          <ac:spMkLst>
            <pc:docMk/>
            <pc:sldMk cId="0" sldId="256"/>
            <ac:spMk id="22" creationId="{EA70499A-2779-623E-0AC4-EB37AF835916}"/>
          </ac:spMkLst>
        </pc:spChg>
        <pc:spChg chg="mod">
          <ac:chgData name="RICARDO ALEJANDRO SANCHEZ" userId="482a40ac-db42-4e10-b797-3647ed228953" providerId="ADAL" clId="{0E26DDE8-9249-4421-A36E-7906567DEFDD}" dt="2024-10-10T16:18:59.707" v="1063" actId="368"/>
          <ac:spMkLst>
            <pc:docMk/>
            <pc:sldMk cId="0" sldId="256"/>
            <ac:spMk id="25" creationId="{82526DF5-AE21-7566-93CC-94C542DE6348}"/>
          </ac:spMkLst>
        </pc:spChg>
        <pc:spChg chg="add mod">
          <ac:chgData name="RICARDO ALEJANDRO SANCHEZ" userId="482a40ac-db42-4e10-b797-3647ed228953" providerId="ADAL" clId="{0E26DDE8-9249-4421-A36E-7906567DEFDD}" dt="2024-10-10T16:41:36.420" v="1131" actId="20577"/>
          <ac:spMkLst>
            <pc:docMk/>
            <pc:sldMk cId="0" sldId="256"/>
            <ac:spMk id="27" creationId="{D38DA216-6406-E520-FF0F-63C0A61E5D5B}"/>
          </ac:spMkLst>
        </pc:spChg>
        <pc:spChg chg="add del mod">
          <ac:chgData name="RICARDO ALEJANDRO SANCHEZ" userId="482a40ac-db42-4e10-b797-3647ed228953" providerId="ADAL" clId="{0E26DDE8-9249-4421-A36E-7906567DEFDD}" dt="2024-10-09T05:18:00.796" v="489" actId="21"/>
          <ac:spMkLst>
            <pc:docMk/>
            <pc:sldMk cId="0" sldId="256"/>
            <ac:spMk id="29" creationId="{67B96B15-F261-396F-16C1-F025FF9B26B2}"/>
          </ac:spMkLst>
        </pc:spChg>
        <pc:spChg chg="mod">
          <ac:chgData name="RICARDO ALEJANDRO SANCHEZ" userId="482a40ac-db42-4e10-b797-3647ed228953" providerId="ADAL" clId="{0E26DDE8-9249-4421-A36E-7906567DEFDD}" dt="2024-10-09T05:26:51.570" v="573"/>
          <ac:spMkLst>
            <pc:docMk/>
            <pc:sldMk cId="0" sldId="256"/>
            <ac:spMk id="31" creationId="{85CE2FFE-EA49-13A3-0560-5BE4BA1933CC}"/>
          </ac:spMkLst>
        </pc:spChg>
        <pc:spChg chg="mod">
          <ac:chgData name="RICARDO ALEJANDRO SANCHEZ" userId="482a40ac-db42-4e10-b797-3647ed228953" providerId="ADAL" clId="{0E26DDE8-9249-4421-A36E-7906567DEFDD}" dt="2024-10-09T02:13:20.219" v="273" actId="571"/>
          <ac:spMkLst>
            <pc:docMk/>
            <pc:sldMk cId="0" sldId="256"/>
            <ac:spMk id="33" creationId="{51E5CD7A-9050-1308-2C3D-3C401CDA48C3}"/>
          </ac:spMkLst>
        </pc:spChg>
        <pc:spChg chg="mod">
          <ac:chgData name="RICARDO ALEJANDRO SANCHEZ" userId="482a40ac-db42-4e10-b797-3647ed228953" providerId="ADAL" clId="{0E26DDE8-9249-4421-A36E-7906567DEFDD}" dt="2024-10-09T02:13:20.219" v="273" actId="571"/>
          <ac:spMkLst>
            <pc:docMk/>
            <pc:sldMk cId="0" sldId="256"/>
            <ac:spMk id="34" creationId="{F2674DA0-5D56-7DC0-AE97-50AC0B0BA201}"/>
          </ac:spMkLst>
        </pc:spChg>
        <pc:spChg chg="mod">
          <ac:chgData name="RICARDO ALEJANDRO SANCHEZ" userId="482a40ac-db42-4e10-b797-3647ed228953" providerId="ADAL" clId="{0E26DDE8-9249-4421-A36E-7906567DEFDD}" dt="2024-10-09T02:27:53.741" v="337" actId="571"/>
          <ac:spMkLst>
            <pc:docMk/>
            <pc:sldMk cId="0" sldId="256"/>
            <ac:spMk id="38" creationId="{DCA27315-C3C3-C7FE-45B4-BFBEDF6881FA}"/>
          </ac:spMkLst>
        </pc:spChg>
        <pc:spChg chg="mod">
          <ac:chgData name="RICARDO ALEJANDRO SANCHEZ" userId="482a40ac-db42-4e10-b797-3647ed228953" providerId="ADAL" clId="{0E26DDE8-9249-4421-A36E-7906567DEFDD}" dt="2024-10-09T02:27:53.741" v="337" actId="571"/>
          <ac:spMkLst>
            <pc:docMk/>
            <pc:sldMk cId="0" sldId="256"/>
            <ac:spMk id="39" creationId="{7B66BE39-3ABA-5C96-A2D1-904F2AA7F91C}"/>
          </ac:spMkLst>
        </pc:spChg>
        <pc:spChg chg="mod">
          <ac:chgData name="RICARDO ALEJANDRO SANCHEZ" userId="482a40ac-db42-4e10-b797-3647ed228953" providerId="ADAL" clId="{0E26DDE8-9249-4421-A36E-7906567DEFDD}" dt="2024-10-09T02:27:53.741" v="337" actId="571"/>
          <ac:spMkLst>
            <pc:docMk/>
            <pc:sldMk cId="0" sldId="256"/>
            <ac:spMk id="42" creationId="{BCDB87B1-D761-FBC9-7C8E-052CC58ECB4E}"/>
          </ac:spMkLst>
        </pc:spChg>
        <pc:spChg chg="add mod">
          <ac:chgData name="RICARDO ALEJANDRO SANCHEZ" userId="482a40ac-db42-4e10-b797-3647ed228953" providerId="ADAL" clId="{0E26DDE8-9249-4421-A36E-7906567DEFDD}" dt="2024-10-09T03:57:54.318" v="374" actId="571"/>
          <ac:spMkLst>
            <pc:docMk/>
            <pc:sldMk cId="0" sldId="256"/>
            <ac:spMk id="45" creationId="{36EF8551-501E-57C3-6355-F235773490A6}"/>
          </ac:spMkLst>
        </pc:spChg>
        <pc:spChg chg="add mod">
          <ac:chgData name="RICARDO ALEJANDRO SANCHEZ" userId="482a40ac-db42-4e10-b797-3647ed228953" providerId="ADAL" clId="{0E26DDE8-9249-4421-A36E-7906567DEFDD}" dt="2024-10-09T03:57:54.318" v="374" actId="571"/>
          <ac:spMkLst>
            <pc:docMk/>
            <pc:sldMk cId="0" sldId="256"/>
            <ac:spMk id="48" creationId="{0AA486CC-5932-85D0-4AA3-3DD0FE0CBBAC}"/>
          </ac:spMkLst>
        </pc:spChg>
        <pc:spChg chg="add mod">
          <ac:chgData name="RICARDO ALEJANDRO SANCHEZ" userId="482a40ac-db42-4e10-b797-3647ed228953" providerId="ADAL" clId="{0E26DDE8-9249-4421-A36E-7906567DEFDD}" dt="2024-10-09T05:25:10.980" v="540" actId="14100"/>
          <ac:spMkLst>
            <pc:docMk/>
            <pc:sldMk cId="0" sldId="256"/>
            <ac:spMk id="50" creationId="{281B8373-C5D3-4B6E-AA72-6A7127B00FB8}"/>
          </ac:spMkLst>
        </pc:spChg>
        <pc:spChg chg="add mod">
          <ac:chgData name="RICARDO ALEJANDRO SANCHEZ" userId="482a40ac-db42-4e10-b797-3647ed228953" providerId="ADAL" clId="{0E26DDE8-9249-4421-A36E-7906567DEFDD}" dt="2024-10-10T16:52:03.544" v="1161" actId="20577"/>
          <ac:spMkLst>
            <pc:docMk/>
            <pc:sldMk cId="0" sldId="256"/>
            <ac:spMk id="51" creationId="{67B96B15-F261-396F-16C1-F025FF9B26B2}"/>
          </ac:spMkLst>
        </pc:spChg>
        <pc:spChg chg="mod topLvl">
          <ac:chgData name="RICARDO ALEJANDRO SANCHEZ" userId="482a40ac-db42-4e10-b797-3647ed228953" providerId="ADAL" clId="{0E26DDE8-9249-4421-A36E-7906567DEFDD}" dt="2024-10-09T05:28:40.559" v="608" actId="478"/>
          <ac:spMkLst>
            <pc:docMk/>
            <pc:sldMk cId="0" sldId="256"/>
            <ac:spMk id="54" creationId="{BE5BF0EE-B375-80F5-F5B6-87800B2040B7}"/>
          </ac:spMkLst>
        </pc:spChg>
        <pc:spChg chg="mod">
          <ac:chgData name="RICARDO ALEJANDRO SANCHEZ" userId="482a40ac-db42-4e10-b797-3647ed228953" providerId="ADAL" clId="{0E26DDE8-9249-4421-A36E-7906567DEFDD}" dt="2024-10-09T05:27:33.676" v="591"/>
          <ac:spMkLst>
            <pc:docMk/>
            <pc:sldMk cId="0" sldId="256"/>
            <ac:spMk id="57" creationId="{4C1B1D01-A273-2AEC-918D-F54FAB23F17F}"/>
          </ac:spMkLst>
        </pc:spChg>
        <pc:spChg chg="mod">
          <ac:chgData name="RICARDO ALEJANDRO SANCHEZ" userId="482a40ac-db42-4e10-b797-3647ed228953" providerId="ADAL" clId="{0E26DDE8-9249-4421-A36E-7906567DEFDD}" dt="2024-10-09T05:27:35.288" v="592"/>
          <ac:spMkLst>
            <pc:docMk/>
            <pc:sldMk cId="0" sldId="256"/>
            <ac:spMk id="60" creationId="{4953247A-13FA-1163-E6D8-1BFA043206A0}"/>
          </ac:spMkLst>
        </pc:spChg>
        <pc:spChg chg="mod">
          <ac:chgData name="RICARDO ALEJANDRO SANCHEZ" userId="482a40ac-db42-4e10-b797-3647ed228953" providerId="ADAL" clId="{0E26DDE8-9249-4421-A36E-7906567DEFDD}" dt="2024-10-10T18:19:21.546" v="1171" actId="1076"/>
          <ac:spMkLst>
            <pc:docMk/>
            <pc:sldMk cId="0" sldId="256"/>
            <ac:spMk id="61" creationId="{794CA933-1E0E-4F6A-842D-6ACEB86812D3}"/>
          </ac:spMkLst>
        </pc:spChg>
        <pc:spChg chg="del mod">
          <ac:chgData name="RICARDO ALEJANDRO SANCHEZ" userId="482a40ac-db42-4e10-b797-3647ed228953" providerId="ADAL" clId="{0E26DDE8-9249-4421-A36E-7906567DEFDD}" dt="2024-10-08T20:37:09.688" v="35" actId="478"/>
          <ac:spMkLst>
            <pc:docMk/>
            <pc:sldMk cId="0" sldId="256"/>
            <ac:spMk id="65" creationId="{75FD6949-D5D8-49DE-9DE3-78397F123422}"/>
          </ac:spMkLst>
        </pc:spChg>
        <pc:spChg chg="del">
          <ac:chgData name="RICARDO ALEJANDRO SANCHEZ" userId="482a40ac-db42-4e10-b797-3647ed228953" providerId="ADAL" clId="{0E26DDE8-9249-4421-A36E-7906567DEFDD}" dt="2024-10-09T02:09:36.255" v="250" actId="478"/>
          <ac:spMkLst>
            <pc:docMk/>
            <pc:sldMk cId="0" sldId="256"/>
            <ac:spMk id="77" creationId="{B87116A8-FA5B-4078-A199-34DD0D0A8E3F}"/>
          </ac:spMkLst>
        </pc:spChg>
        <pc:spChg chg="mod">
          <ac:chgData name="RICARDO ALEJANDRO SANCHEZ" userId="482a40ac-db42-4e10-b797-3647ed228953" providerId="ADAL" clId="{0E26DDE8-9249-4421-A36E-7906567DEFDD}" dt="2024-10-10T18:19:21.546" v="1171" actId="1076"/>
          <ac:spMkLst>
            <pc:docMk/>
            <pc:sldMk cId="0" sldId="256"/>
            <ac:spMk id="89" creationId="{00000000-0000-0000-0000-000000000000}"/>
          </ac:spMkLst>
        </pc:spChg>
        <pc:spChg chg="mod">
          <ac:chgData name="RICARDO ALEJANDRO SANCHEZ" userId="482a40ac-db42-4e10-b797-3647ed228953" providerId="ADAL" clId="{0E26DDE8-9249-4421-A36E-7906567DEFDD}" dt="2024-10-10T18:19:21.096" v="1170" actId="1076"/>
          <ac:spMkLst>
            <pc:docMk/>
            <pc:sldMk cId="0" sldId="256"/>
            <ac:spMk id="98" creationId="{00000000-0000-0000-0000-000000000000}"/>
          </ac:spMkLst>
        </pc:spChg>
        <pc:spChg chg="mod">
          <ac:chgData name="RICARDO ALEJANDRO SANCHEZ" userId="482a40ac-db42-4e10-b797-3647ed228953" providerId="ADAL" clId="{0E26DDE8-9249-4421-A36E-7906567DEFDD}" dt="2024-10-10T18:19:21.546" v="1171" actId="1076"/>
          <ac:spMkLst>
            <pc:docMk/>
            <pc:sldMk cId="0" sldId="256"/>
            <ac:spMk id="107" creationId="{00000000-0000-0000-0000-000000000000}"/>
          </ac:spMkLst>
        </pc:spChg>
        <pc:spChg chg="mod">
          <ac:chgData name="RICARDO ALEJANDRO SANCHEZ" userId="482a40ac-db42-4e10-b797-3647ed228953" providerId="ADAL" clId="{0E26DDE8-9249-4421-A36E-7906567DEFDD}" dt="2024-10-10T18:19:21.546" v="1171" actId="1076"/>
          <ac:spMkLst>
            <pc:docMk/>
            <pc:sldMk cId="0" sldId="256"/>
            <ac:spMk id="110" creationId="{00000000-0000-0000-0000-000000000000}"/>
          </ac:spMkLst>
        </pc:spChg>
        <pc:spChg chg="mod">
          <ac:chgData name="RICARDO ALEJANDRO SANCHEZ" userId="482a40ac-db42-4e10-b797-3647ed228953" providerId="ADAL" clId="{0E26DDE8-9249-4421-A36E-7906567DEFDD}" dt="2024-10-10T18:19:21.546" v="1171" actId="1076"/>
          <ac:spMkLst>
            <pc:docMk/>
            <pc:sldMk cId="0" sldId="256"/>
            <ac:spMk id="111" creationId="{00000000-0000-0000-0000-000000000000}"/>
          </ac:spMkLst>
        </pc:spChg>
        <pc:spChg chg="mod">
          <ac:chgData name="RICARDO ALEJANDRO SANCHEZ" userId="482a40ac-db42-4e10-b797-3647ed228953" providerId="ADAL" clId="{0E26DDE8-9249-4421-A36E-7906567DEFDD}" dt="2024-10-10T18:19:21.546" v="1171" actId="1076"/>
          <ac:spMkLst>
            <pc:docMk/>
            <pc:sldMk cId="0" sldId="256"/>
            <ac:spMk id="112" creationId="{00000000-0000-0000-0000-000000000000}"/>
          </ac:spMkLst>
        </pc:spChg>
        <pc:spChg chg="mod">
          <ac:chgData name="RICARDO ALEJANDRO SANCHEZ" userId="482a40ac-db42-4e10-b797-3647ed228953" providerId="ADAL" clId="{0E26DDE8-9249-4421-A36E-7906567DEFDD}" dt="2024-10-10T18:19:21.546" v="1171" actId="1076"/>
          <ac:spMkLst>
            <pc:docMk/>
            <pc:sldMk cId="0" sldId="256"/>
            <ac:spMk id="113" creationId="{00000000-0000-0000-0000-000000000000}"/>
          </ac:spMkLst>
        </pc:spChg>
        <pc:spChg chg="mod">
          <ac:chgData name="RICARDO ALEJANDRO SANCHEZ" userId="482a40ac-db42-4e10-b797-3647ed228953" providerId="ADAL" clId="{0E26DDE8-9249-4421-A36E-7906567DEFDD}" dt="2024-10-10T18:19:21.096" v="1170" actId="1076"/>
          <ac:spMkLst>
            <pc:docMk/>
            <pc:sldMk cId="0" sldId="256"/>
            <ac:spMk id="115" creationId="{00000000-0000-0000-0000-000000000000}"/>
          </ac:spMkLst>
        </pc:spChg>
        <pc:spChg chg="mod">
          <ac:chgData name="RICARDO ALEJANDRO SANCHEZ" userId="482a40ac-db42-4e10-b797-3647ed228953" providerId="ADAL" clId="{0E26DDE8-9249-4421-A36E-7906567DEFDD}" dt="2024-10-09T05:34:42.312" v="630" actId="1076"/>
          <ac:spMkLst>
            <pc:docMk/>
            <pc:sldMk cId="0" sldId="256"/>
            <ac:spMk id="117" creationId="{00000000-0000-0000-0000-000000000000}"/>
          </ac:spMkLst>
        </pc:spChg>
        <pc:spChg chg="del mod">
          <ac:chgData name="RICARDO ALEJANDRO SANCHEZ" userId="482a40ac-db42-4e10-b797-3647ed228953" providerId="ADAL" clId="{0E26DDE8-9249-4421-A36E-7906567DEFDD}" dt="2024-10-09T05:18:00.796" v="489" actId="21"/>
          <ac:spMkLst>
            <pc:docMk/>
            <pc:sldMk cId="0" sldId="256"/>
            <ac:spMk id="144" creationId="{281B8373-C5D3-4B6E-AA72-6A7127B00FB8}"/>
          </ac:spMkLst>
        </pc:spChg>
        <pc:spChg chg="mod">
          <ac:chgData name="RICARDO ALEJANDRO SANCHEZ" userId="482a40ac-db42-4e10-b797-3647ed228953" providerId="ADAL" clId="{0E26DDE8-9249-4421-A36E-7906567DEFDD}" dt="2024-10-09T05:25:46.925" v="550" actId="20577"/>
          <ac:spMkLst>
            <pc:docMk/>
            <pc:sldMk cId="0" sldId="256"/>
            <ac:spMk id="1046" creationId="{F736A69F-4878-990A-07B8-C96FA47E549C}"/>
          </ac:spMkLst>
        </pc:spChg>
        <pc:spChg chg="mod">
          <ac:chgData name="RICARDO ALEJANDRO SANCHEZ" userId="482a40ac-db42-4e10-b797-3647ed228953" providerId="ADAL" clId="{0E26DDE8-9249-4421-A36E-7906567DEFDD}" dt="2024-10-10T16:23:30.994" v="1093" actId="1076"/>
          <ac:spMkLst>
            <pc:docMk/>
            <pc:sldMk cId="0" sldId="256"/>
            <ac:spMk id="1062" creationId="{D7BD38FB-82C8-5FF3-ABD8-1304A5EA35F3}"/>
          </ac:spMkLst>
        </pc:spChg>
        <pc:grpChg chg="del mod">
          <ac:chgData name="RICARDO ALEJANDRO SANCHEZ" userId="482a40ac-db42-4e10-b797-3647ed228953" providerId="ADAL" clId="{0E26DDE8-9249-4421-A36E-7906567DEFDD}" dt="2024-10-09T01:29:34.258" v="186" actId="21"/>
          <ac:grpSpMkLst>
            <pc:docMk/>
            <pc:sldMk cId="0" sldId="256"/>
            <ac:grpSpMk id="17" creationId="{348E4356-B391-50E1-DD6F-22EDBCDDB87B}"/>
          </ac:grpSpMkLst>
        </pc:grpChg>
        <pc:grpChg chg="mod">
          <ac:chgData name="RICARDO ALEJANDRO SANCHEZ" userId="482a40ac-db42-4e10-b797-3647ed228953" providerId="ADAL" clId="{0E26DDE8-9249-4421-A36E-7906567DEFDD}" dt="2024-10-09T05:25:00.320" v="537" actId="1076"/>
          <ac:grpSpMkLst>
            <pc:docMk/>
            <pc:sldMk cId="0" sldId="256"/>
            <ac:grpSpMk id="19" creationId="{CD6F5163-FD7A-D425-728E-0079CA4465B4}"/>
          </ac:grpSpMkLst>
        </pc:grpChg>
        <pc:grpChg chg="add mod ord">
          <ac:chgData name="RICARDO ALEJANDRO SANCHEZ" userId="482a40ac-db42-4e10-b797-3647ed228953" providerId="ADAL" clId="{0E26DDE8-9249-4421-A36E-7906567DEFDD}" dt="2024-10-10T16:34:53.081" v="1130" actId="1076"/>
          <ac:grpSpMkLst>
            <pc:docMk/>
            <pc:sldMk cId="0" sldId="256"/>
            <ac:grpSpMk id="23" creationId="{348E4356-B391-50E1-DD6F-22EDBCDDB87B}"/>
          </ac:grpSpMkLst>
        </pc:grpChg>
        <pc:grpChg chg="add mod">
          <ac:chgData name="RICARDO ALEJANDRO SANCHEZ" userId="482a40ac-db42-4e10-b797-3647ed228953" providerId="ADAL" clId="{0E26DDE8-9249-4421-A36E-7906567DEFDD}" dt="2024-10-09T02:13:20.219" v="273" actId="571"/>
          <ac:grpSpMkLst>
            <pc:docMk/>
            <pc:sldMk cId="0" sldId="256"/>
            <ac:grpSpMk id="30" creationId="{01BB08BB-81B1-3BA2-4876-D931852FC981}"/>
          </ac:grpSpMkLst>
        </pc:grpChg>
        <pc:grpChg chg="add mod">
          <ac:chgData name="RICARDO ALEJANDRO SANCHEZ" userId="482a40ac-db42-4e10-b797-3647ed228953" providerId="ADAL" clId="{0E26DDE8-9249-4421-A36E-7906567DEFDD}" dt="2024-10-10T18:19:20.885" v="1169" actId="1076"/>
          <ac:grpSpMkLst>
            <pc:docMk/>
            <pc:sldMk cId="0" sldId="256"/>
            <ac:grpSpMk id="35" creationId="{D2D4A2D0-04A1-B653-6AA5-428B048AFC96}"/>
          </ac:grpSpMkLst>
        </pc:grpChg>
        <pc:grpChg chg="add mod">
          <ac:chgData name="RICARDO ALEJANDRO SANCHEZ" userId="482a40ac-db42-4e10-b797-3647ed228953" providerId="ADAL" clId="{0E26DDE8-9249-4421-A36E-7906567DEFDD}" dt="2024-10-09T02:27:53.741" v="337" actId="571"/>
          <ac:grpSpMkLst>
            <pc:docMk/>
            <pc:sldMk cId="0" sldId="256"/>
            <ac:grpSpMk id="36" creationId="{14E0B147-7EB3-6747-457D-F2BE1533FC44}"/>
          </ac:grpSpMkLst>
        </pc:grpChg>
        <pc:grpChg chg="add mod">
          <ac:chgData name="RICARDO ALEJANDRO SANCHEZ" userId="482a40ac-db42-4e10-b797-3647ed228953" providerId="ADAL" clId="{0E26DDE8-9249-4421-A36E-7906567DEFDD}" dt="2024-10-09T02:27:53.741" v="337" actId="571"/>
          <ac:grpSpMkLst>
            <pc:docMk/>
            <pc:sldMk cId="0" sldId="256"/>
            <ac:grpSpMk id="40" creationId="{7553CD72-18FB-8893-331D-CF8C540A6D85}"/>
          </ac:grpSpMkLst>
        </pc:grpChg>
        <pc:grpChg chg="add del mod">
          <ac:chgData name="RICARDO ALEJANDRO SANCHEZ" userId="482a40ac-db42-4e10-b797-3647ed228953" providerId="ADAL" clId="{0E26DDE8-9249-4421-A36E-7906567DEFDD}" dt="2024-10-09T05:28:42.424" v="615" actId="1076"/>
          <ac:grpSpMkLst>
            <pc:docMk/>
            <pc:sldMk cId="0" sldId="256"/>
            <ac:grpSpMk id="52" creationId="{B0D0C4ED-16CD-78E0-EC9F-2F38FC0C570F}"/>
          </ac:grpSpMkLst>
        </pc:grpChg>
        <pc:grpChg chg="add mod">
          <ac:chgData name="RICARDO ALEJANDRO SANCHEZ" userId="482a40ac-db42-4e10-b797-3647ed228953" providerId="ADAL" clId="{0E26DDE8-9249-4421-A36E-7906567DEFDD}" dt="2024-10-09T05:28:43.286" v="619" actId="1076"/>
          <ac:grpSpMkLst>
            <pc:docMk/>
            <pc:sldMk cId="0" sldId="256"/>
            <ac:grpSpMk id="55" creationId="{D8347C83-053F-A61F-CB01-A04F932D5C5D}"/>
          </ac:grpSpMkLst>
        </pc:grpChg>
        <pc:grpChg chg="add mod">
          <ac:chgData name="RICARDO ALEJANDRO SANCHEZ" userId="482a40ac-db42-4e10-b797-3647ed228953" providerId="ADAL" clId="{0E26DDE8-9249-4421-A36E-7906567DEFDD}" dt="2024-10-09T05:28:43.534" v="620" actId="1076"/>
          <ac:grpSpMkLst>
            <pc:docMk/>
            <pc:sldMk cId="0" sldId="256"/>
            <ac:grpSpMk id="58" creationId="{A88E1162-2B7D-AFF1-CB43-7D11DE67A7DB}"/>
          </ac:grpSpMkLst>
        </pc:grpChg>
        <pc:picChg chg="mod modCrop">
          <ac:chgData name="RICARDO ALEJANDRO SANCHEZ" userId="482a40ac-db42-4e10-b797-3647ed228953" providerId="ADAL" clId="{0E26DDE8-9249-4421-A36E-7906567DEFDD}" dt="2024-10-09T05:25:35.010" v="542" actId="1076"/>
          <ac:picMkLst>
            <pc:docMk/>
            <pc:sldMk cId="0" sldId="256"/>
            <ac:picMk id="3" creationId="{DF74AC7F-23BC-F6E9-0EF4-7E2CCD12818A}"/>
          </ac:picMkLst>
        </pc:picChg>
        <pc:picChg chg="del mod modCrop">
          <ac:chgData name="RICARDO ALEJANDRO SANCHEZ" userId="482a40ac-db42-4e10-b797-3647ed228953" providerId="ADAL" clId="{0E26DDE8-9249-4421-A36E-7906567DEFDD}" dt="2024-10-09T01:17:10.504" v="131" actId="478"/>
          <ac:picMkLst>
            <pc:docMk/>
            <pc:sldMk cId="0" sldId="256"/>
            <ac:picMk id="4" creationId="{396A5C57-2EFF-7DA2-625E-DD2527727AA9}"/>
          </ac:picMkLst>
        </pc:picChg>
        <pc:picChg chg="del mod">
          <ac:chgData name="RICARDO ALEJANDRO SANCHEZ" userId="482a40ac-db42-4e10-b797-3647ed228953" providerId="ADAL" clId="{0E26DDE8-9249-4421-A36E-7906567DEFDD}" dt="2024-10-09T01:17:11.512" v="132" actId="478"/>
          <ac:picMkLst>
            <pc:docMk/>
            <pc:sldMk cId="0" sldId="256"/>
            <ac:picMk id="5" creationId="{A9CC40DE-D150-F756-7E8B-2118392B1EA2}"/>
          </ac:picMkLst>
        </pc:picChg>
        <pc:picChg chg="mod modCrop">
          <ac:chgData name="RICARDO ALEJANDRO SANCHEZ" userId="482a40ac-db42-4e10-b797-3647ed228953" providerId="ADAL" clId="{0E26DDE8-9249-4421-A36E-7906567DEFDD}" dt="2024-10-09T05:25:38.393" v="543" actId="1076"/>
          <ac:picMkLst>
            <pc:docMk/>
            <pc:sldMk cId="0" sldId="256"/>
            <ac:picMk id="6" creationId="{1C708038-5BC5-EEC3-FE16-9DB1C10BE247}"/>
          </ac:picMkLst>
        </pc:picChg>
        <pc:picChg chg="add del mod">
          <ac:chgData name="RICARDO ALEJANDRO SANCHEZ" userId="482a40ac-db42-4e10-b797-3647ed228953" providerId="ADAL" clId="{0E26DDE8-9249-4421-A36E-7906567DEFDD}" dt="2024-10-10T01:13:58.974" v="667" actId="478"/>
          <ac:picMkLst>
            <pc:docMk/>
            <pc:sldMk cId="0" sldId="256"/>
            <ac:picMk id="10" creationId="{36D8654E-6020-FD69-57F6-F36A253D4590}"/>
          </ac:picMkLst>
        </pc:picChg>
        <pc:picChg chg="add mod modCrop">
          <ac:chgData name="RICARDO ALEJANDRO SANCHEZ" userId="482a40ac-db42-4e10-b797-3647ed228953" providerId="ADAL" clId="{0E26DDE8-9249-4421-A36E-7906567DEFDD}" dt="2024-10-09T02:13:35.762" v="277" actId="164"/>
          <ac:picMkLst>
            <pc:docMk/>
            <pc:sldMk cId="0" sldId="256"/>
            <ac:picMk id="11" creationId="{BFA48DBB-D751-F88B-09C9-15F9E5B7521C}"/>
          </ac:picMkLst>
        </pc:picChg>
        <pc:picChg chg="add mod modCrop">
          <ac:chgData name="RICARDO ALEJANDRO SANCHEZ" userId="482a40ac-db42-4e10-b797-3647ed228953" providerId="ADAL" clId="{0E26DDE8-9249-4421-A36E-7906567DEFDD}" dt="2024-10-09T02:13:35.762" v="277" actId="164"/>
          <ac:picMkLst>
            <pc:docMk/>
            <pc:sldMk cId="0" sldId="256"/>
            <ac:picMk id="14" creationId="{FC237818-FBCE-0E9C-1C5A-11BD71F6ADF5}"/>
          </ac:picMkLst>
        </pc:picChg>
        <pc:picChg chg="add mod modCrop">
          <ac:chgData name="RICARDO ALEJANDRO SANCHEZ" userId="482a40ac-db42-4e10-b797-3647ed228953" providerId="ADAL" clId="{0E26DDE8-9249-4421-A36E-7906567DEFDD}" dt="2024-10-10T16:33:56.216" v="1129" actId="1076"/>
          <ac:picMkLst>
            <pc:docMk/>
            <pc:sldMk cId="0" sldId="256"/>
            <ac:picMk id="15" creationId="{8F70626C-153D-A376-3C47-F5729790EA70}"/>
          </ac:picMkLst>
        </pc:picChg>
        <pc:picChg chg="mod modCrop">
          <ac:chgData name="RICARDO ALEJANDRO SANCHEZ" userId="482a40ac-db42-4e10-b797-3647ed228953" providerId="ADAL" clId="{0E26DDE8-9249-4421-A36E-7906567DEFDD}" dt="2024-10-10T01:15:22.826" v="681" actId="732"/>
          <ac:picMkLst>
            <pc:docMk/>
            <pc:sldMk cId="0" sldId="256"/>
            <ac:picMk id="24" creationId="{C4B84937-DC14-E5C7-8384-A59833CA2C72}"/>
          </ac:picMkLst>
        </pc:picChg>
        <pc:picChg chg="mod">
          <ac:chgData name="RICARDO ALEJANDRO SANCHEZ" userId="482a40ac-db42-4e10-b797-3647ed228953" providerId="ADAL" clId="{0E26DDE8-9249-4421-A36E-7906567DEFDD}" dt="2024-10-09T02:13:20.219" v="273" actId="571"/>
          <ac:picMkLst>
            <pc:docMk/>
            <pc:sldMk cId="0" sldId="256"/>
            <ac:picMk id="32" creationId="{A364824D-D024-6C3D-C3CD-77AE696D1918}"/>
          </ac:picMkLst>
        </pc:picChg>
        <pc:picChg chg="mod">
          <ac:chgData name="RICARDO ALEJANDRO SANCHEZ" userId="482a40ac-db42-4e10-b797-3647ed228953" providerId="ADAL" clId="{0E26DDE8-9249-4421-A36E-7906567DEFDD}" dt="2024-10-09T02:27:53.741" v="337" actId="571"/>
          <ac:picMkLst>
            <pc:docMk/>
            <pc:sldMk cId="0" sldId="256"/>
            <ac:picMk id="37" creationId="{49639295-F913-0E3C-4096-7A9758E8DB14}"/>
          </ac:picMkLst>
        </pc:picChg>
        <pc:picChg chg="mod">
          <ac:chgData name="RICARDO ALEJANDRO SANCHEZ" userId="482a40ac-db42-4e10-b797-3647ed228953" providerId="ADAL" clId="{0E26DDE8-9249-4421-A36E-7906567DEFDD}" dt="2024-10-09T02:27:53.741" v="337" actId="571"/>
          <ac:picMkLst>
            <pc:docMk/>
            <pc:sldMk cId="0" sldId="256"/>
            <ac:picMk id="41" creationId="{6D81361D-E9A7-CABF-7394-DB15C1D7BB5C}"/>
          </ac:picMkLst>
        </pc:picChg>
        <pc:picChg chg="add del mod modCrop">
          <ac:chgData name="RICARDO ALEJANDRO SANCHEZ" userId="482a40ac-db42-4e10-b797-3647ed228953" providerId="ADAL" clId="{0E26DDE8-9249-4421-A36E-7906567DEFDD}" dt="2024-10-10T01:13:42.515" v="665" actId="478"/>
          <ac:picMkLst>
            <pc:docMk/>
            <pc:sldMk cId="0" sldId="256"/>
            <ac:picMk id="44" creationId="{6FB195BB-169B-E52E-3704-F34B1E67179C}"/>
          </ac:picMkLst>
        </pc:picChg>
        <pc:picChg chg="add mod">
          <ac:chgData name="RICARDO ALEJANDRO SANCHEZ" userId="482a40ac-db42-4e10-b797-3647ed228953" providerId="ADAL" clId="{0E26DDE8-9249-4421-A36E-7906567DEFDD}" dt="2024-10-09T03:57:54.318" v="374" actId="571"/>
          <ac:picMkLst>
            <pc:docMk/>
            <pc:sldMk cId="0" sldId="256"/>
            <ac:picMk id="46" creationId="{BAB81A7E-AD39-FA49-95B7-6FB6D68EFDBD}"/>
          </ac:picMkLst>
        </pc:picChg>
        <pc:picChg chg="add mod">
          <ac:chgData name="RICARDO ALEJANDRO SANCHEZ" userId="482a40ac-db42-4e10-b797-3647ed228953" providerId="ADAL" clId="{0E26DDE8-9249-4421-A36E-7906567DEFDD}" dt="2024-10-09T03:57:54.318" v="374" actId="571"/>
          <ac:picMkLst>
            <pc:docMk/>
            <pc:sldMk cId="0" sldId="256"/>
            <ac:picMk id="47" creationId="{39AD9FC9-29A6-C4AC-AE1D-4E4401708B41}"/>
          </ac:picMkLst>
        </pc:picChg>
        <pc:picChg chg="add mod">
          <ac:chgData name="RICARDO ALEJANDRO SANCHEZ" userId="482a40ac-db42-4e10-b797-3647ed228953" providerId="ADAL" clId="{0E26DDE8-9249-4421-A36E-7906567DEFDD}" dt="2024-10-09T03:58:45.441" v="384" actId="571"/>
          <ac:picMkLst>
            <pc:docMk/>
            <pc:sldMk cId="0" sldId="256"/>
            <ac:picMk id="49" creationId="{BA0DEDD3-1CC0-7394-8660-A7731AB68A06}"/>
          </ac:picMkLst>
        </pc:picChg>
        <pc:picChg chg="add del mod topLvl modCrop">
          <ac:chgData name="RICARDO ALEJANDRO SANCHEZ" userId="482a40ac-db42-4e10-b797-3647ed228953" providerId="ADAL" clId="{0E26DDE8-9249-4421-A36E-7906567DEFDD}" dt="2024-10-09T05:28:42.641" v="616" actId="732"/>
          <ac:picMkLst>
            <pc:docMk/>
            <pc:sldMk cId="0" sldId="256"/>
            <ac:picMk id="53" creationId="{25CF0B6E-168C-3EDC-8910-A26BB97788FB}"/>
          </ac:picMkLst>
        </pc:picChg>
        <pc:picChg chg="mod">
          <ac:chgData name="RICARDO ALEJANDRO SANCHEZ" userId="482a40ac-db42-4e10-b797-3647ed228953" providerId="ADAL" clId="{0E26DDE8-9249-4421-A36E-7906567DEFDD}" dt="2024-10-09T05:27:33.676" v="591"/>
          <ac:picMkLst>
            <pc:docMk/>
            <pc:sldMk cId="0" sldId="256"/>
            <ac:picMk id="56" creationId="{3326F1F4-71B4-281F-C2C0-75D1A6D16A3A}"/>
          </ac:picMkLst>
        </pc:picChg>
        <pc:picChg chg="mod">
          <ac:chgData name="RICARDO ALEJANDRO SANCHEZ" userId="482a40ac-db42-4e10-b797-3647ed228953" providerId="ADAL" clId="{0E26DDE8-9249-4421-A36E-7906567DEFDD}" dt="2024-10-09T05:27:35.288" v="592"/>
          <ac:picMkLst>
            <pc:docMk/>
            <pc:sldMk cId="0" sldId="256"/>
            <ac:picMk id="59" creationId="{746A7BB7-424F-83DC-E55E-5810ABFF54CD}"/>
          </ac:picMkLst>
        </pc:picChg>
        <pc:picChg chg="mod">
          <ac:chgData name="RICARDO ALEJANDRO SANCHEZ" userId="482a40ac-db42-4e10-b797-3647ed228953" providerId="ADAL" clId="{0E26DDE8-9249-4421-A36E-7906567DEFDD}" dt="2024-10-10T18:19:21.546" v="1171" actId="1076"/>
          <ac:picMkLst>
            <pc:docMk/>
            <pc:sldMk cId="0" sldId="256"/>
            <ac:picMk id="114" creationId="{00000000-0000-0000-0000-000000000000}"/>
          </ac:picMkLst>
        </pc:picChg>
        <pc:picChg chg="mod">
          <ac:chgData name="RICARDO ALEJANDRO SANCHEZ" userId="482a40ac-db42-4e10-b797-3647ed228953" providerId="ADAL" clId="{0E26DDE8-9249-4421-A36E-7906567DEFDD}" dt="2024-10-10T18:19:21.546" v="1171" actId="1076"/>
          <ac:picMkLst>
            <pc:docMk/>
            <pc:sldMk cId="0" sldId="256"/>
            <ac:picMk id="186" creationId="{8FFC9208-1CA8-5E6D-2B3D-D9DCCF428E76}"/>
          </ac:picMkLst>
        </pc:picChg>
      </pc:sldChg>
      <pc:sldChg chg="addSp delSp modSp new del mod">
        <pc:chgData name="RICARDO ALEJANDRO SANCHEZ" userId="482a40ac-db42-4e10-b797-3647ed228953" providerId="ADAL" clId="{0E26DDE8-9249-4421-A36E-7906567DEFDD}" dt="2024-10-09T02:07:53.397" v="226" actId="47"/>
        <pc:sldMkLst>
          <pc:docMk/>
          <pc:sldMk cId="1752230624" sldId="257"/>
        </pc:sldMkLst>
        <pc:spChg chg="mod">
          <ac:chgData name="RICARDO ALEJANDRO SANCHEZ" userId="482a40ac-db42-4e10-b797-3647ed228953" providerId="ADAL" clId="{0E26DDE8-9249-4421-A36E-7906567DEFDD}" dt="2024-10-09T01:29:35.218" v="187"/>
          <ac:spMkLst>
            <pc:docMk/>
            <pc:sldMk cId="1752230624" sldId="257"/>
            <ac:spMk id="15" creationId="{82526DF5-AE21-7566-93CC-94C542DE6348}"/>
          </ac:spMkLst>
        </pc:spChg>
        <pc:grpChg chg="add del mod">
          <ac:chgData name="RICARDO ALEJANDRO SANCHEZ" userId="482a40ac-db42-4e10-b797-3647ed228953" providerId="ADAL" clId="{0E26DDE8-9249-4421-A36E-7906567DEFDD}" dt="2024-10-09T02:07:46.046" v="222" actId="21"/>
          <ac:grpSpMkLst>
            <pc:docMk/>
            <pc:sldMk cId="1752230624" sldId="257"/>
            <ac:grpSpMk id="17" creationId="{348E4356-B391-50E1-DD6F-22EDBCDDB87B}"/>
          </ac:grpSpMkLst>
        </pc:grpChg>
        <pc:picChg chg="mod">
          <ac:chgData name="RICARDO ALEJANDRO SANCHEZ" userId="482a40ac-db42-4e10-b797-3647ed228953" providerId="ADAL" clId="{0E26DDE8-9249-4421-A36E-7906567DEFDD}" dt="2024-10-09T01:29:35.218" v="187"/>
          <ac:picMkLst>
            <pc:docMk/>
            <pc:sldMk cId="1752230624" sldId="257"/>
            <ac:picMk id="13" creationId="{C4B84937-DC14-E5C7-8384-A59833CA2C72}"/>
          </ac:picMkLst>
        </pc:picChg>
      </pc:sldChg>
      <pc:sldMasterChg chg="delSldLayout">
        <pc:chgData name="RICARDO ALEJANDRO SANCHEZ" userId="482a40ac-db42-4e10-b797-3647ed228953" providerId="ADAL" clId="{0E26DDE8-9249-4421-A36E-7906567DEFDD}" dt="2024-10-09T02:07:53.397" v="226" actId="47"/>
        <pc:sldMasterMkLst>
          <pc:docMk/>
          <pc:sldMasterMk cId="0" sldId="2147483659"/>
        </pc:sldMasterMkLst>
        <pc:sldLayoutChg chg="del">
          <pc:chgData name="RICARDO ALEJANDRO SANCHEZ" userId="482a40ac-db42-4e10-b797-3647ed228953" providerId="ADAL" clId="{0E26DDE8-9249-4421-A36E-7906567DEFDD}" dt="2024-10-09T02:07:53.397" v="226" actId="47"/>
          <pc:sldLayoutMkLst>
            <pc:docMk/>
            <pc:sldMasterMk cId="0" sldId="2147483659"/>
            <pc:sldLayoutMk cId="0" sldId="2147483649"/>
          </pc:sldLayoutMkLst>
        </pc:sldLayoutChg>
      </pc:sldMasterChg>
    </pc:docChg>
  </pc:docChgLst>
  <pc:docChgLst>
    <pc:chgData name="RICARDO ALEJANDRO SANCHEZ" userId="482a40ac-db42-4e10-b797-3647ed228953" providerId="ADAL" clId="{F55C015D-A2D0-44A9-97F9-3C5782D4AA2C}"/>
    <pc:docChg chg="undo custSel modSld">
      <pc:chgData name="RICARDO ALEJANDRO SANCHEZ" userId="482a40ac-db42-4e10-b797-3647ed228953" providerId="ADAL" clId="{F55C015D-A2D0-44A9-97F9-3C5782D4AA2C}" dt="2025-04-17T15:50:33.774" v="3" actId="1076"/>
      <pc:docMkLst>
        <pc:docMk/>
      </pc:docMkLst>
      <pc:sldChg chg="modSp mod">
        <pc:chgData name="RICARDO ALEJANDRO SANCHEZ" userId="482a40ac-db42-4e10-b797-3647ed228953" providerId="ADAL" clId="{F55C015D-A2D0-44A9-97F9-3C5782D4AA2C}" dt="2025-04-17T15:50:33.774" v="3" actId="1076"/>
        <pc:sldMkLst>
          <pc:docMk/>
          <pc:sldMk cId="0" sldId="256"/>
        </pc:sldMkLst>
        <pc:spChg chg="mod">
          <ac:chgData name="RICARDO ALEJANDRO SANCHEZ" userId="482a40ac-db42-4e10-b797-3647ed228953" providerId="ADAL" clId="{F55C015D-A2D0-44A9-97F9-3C5782D4AA2C}" dt="2025-04-17T15:50:33.774" v="3" actId="1076"/>
          <ac:spMkLst>
            <pc:docMk/>
            <pc:sldMk cId="0" sldId="256"/>
            <ac:spMk id="89" creationId="{00000000-0000-0000-0000-000000000000}"/>
          </ac:spMkLst>
        </pc:spChg>
      </pc:sldChg>
    </pc:docChg>
  </pc:docChgLst>
  <pc:docChgLst>
    <pc:chgData name="RICARDO ALEJANDRO SANCHEZ" userId="S::rsanchez24@wisc.edu::482a40ac-db42-4e10-b797-3647ed228953" providerId="AD" clId="Web-{77A10568-E3F1-1F5C-45E0-1211204BB2BE}"/>
    <pc:docChg chg="modSld">
      <pc:chgData name="RICARDO ALEJANDRO SANCHEZ" userId="S::rsanchez24@wisc.edu::482a40ac-db42-4e10-b797-3647ed228953" providerId="AD" clId="Web-{77A10568-E3F1-1F5C-45E0-1211204BB2BE}" dt="2024-10-08T17:34:31.374" v="111" actId="14100"/>
      <pc:docMkLst>
        <pc:docMk/>
      </pc:docMkLst>
      <pc:sldChg chg="addSp delSp modSp">
        <pc:chgData name="RICARDO ALEJANDRO SANCHEZ" userId="S::rsanchez24@wisc.edu::482a40ac-db42-4e10-b797-3647ed228953" providerId="AD" clId="Web-{77A10568-E3F1-1F5C-45E0-1211204BB2BE}" dt="2024-10-08T17:34:31.374" v="111" actId="14100"/>
        <pc:sldMkLst>
          <pc:docMk/>
          <pc:sldMk cId="0" sldId="256"/>
        </pc:sldMkLst>
        <pc:spChg chg="add mod topLvl">
          <ac:chgData name="RICARDO ALEJANDRO SANCHEZ" userId="S::rsanchez24@wisc.edu::482a40ac-db42-4e10-b797-3647ed228953" providerId="AD" clId="Web-{77A10568-E3F1-1F5C-45E0-1211204BB2BE}" dt="2024-10-08T17:31:47.196" v="102"/>
          <ac:spMkLst>
            <pc:docMk/>
            <pc:sldMk cId="0" sldId="256"/>
            <ac:spMk id="8" creationId="{DCB0FF70-50A0-97DB-0F66-6A5853192842}"/>
          </ac:spMkLst>
        </pc:spChg>
        <pc:spChg chg="add mod topLvl">
          <ac:chgData name="RICARDO ALEJANDRO SANCHEZ" userId="S::rsanchez24@wisc.edu::482a40ac-db42-4e10-b797-3647ed228953" providerId="AD" clId="Web-{77A10568-E3F1-1F5C-45E0-1211204BB2BE}" dt="2024-10-08T17:31:47.196" v="102"/>
          <ac:spMkLst>
            <pc:docMk/>
            <pc:sldMk cId="0" sldId="256"/>
            <ac:spMk id="9" creationId="{E75EA118-EC6D-852C-1A6D-36468AC1275F}"/>
          </ac:spMkLst>
        </pc:spChg>
        <pc:spChg chg="add mod">
          <ac:chgData name="RICARDO ALEJANDRO SANCHEZ" userId="S::rsanchez24@wisc.edu::482a40ac-db42-4e10-b797-3647ed228953" providerId="AD" clId="Web-{77A10568-E3F1-1F5C-45E0-1211204BB2BE}" dt="2024-10-08T17:26:22.840" v="84" actId="14100"/>
          <ac:spMkLst>
            <pc:docMk/>
            <pc:sldMk cId="0" sldId="256"/>
            <ac:spMk id="15" creationId="{82526DF5-AE21-7566-93CC-94C542DE6348}"/>
          </ac:spMkLst>
        </pc:spChg>
        <pc:spChg chg="del mod">
          <ac:chgData name="RICARDO ALEJANDRO SANCHEZ" userId="S::rsanchez24@wisc.edu::482a40ac-db42-4e10-b797-3647ed228953" providerId="AD" clId="Web-{77A10568-E3F1-1F5C-45E0-1211204BB2BE}" dt="2024-10-08T17:28:23.407" v="95"/>
          <ac:spMkLst>
            <pc:docMk/>
            <pc:sldMk cId="0" sldId="256"/>
            <ac:spMk id="33" creationId="{BB394413-3FCD-8283-7471-AB3015788B85}"/>
          </ac:spMkLst>
        </pc:spChg>
        <pc:grpChg chg="add del mod">
          <ac:chgData name="RICARDO ALEJANDRO SANCHEZ" userId="S::rsanchez24@wisc.edu::482a40ac-db42-4e10-b797-3647ed228953" providerId="AD" clId="Web-{77A10568-E3F1-1F5C-45E0-1211204BB2BE}" dt="2024-10-08T17:24:36.242" v="67"/>
          <ac:grpSpMkLst>
            <pc:docMk/>
            <pc:sldMk cId="0" sldId="256"/>
            <ac:grpSpMk id="10" creationId="{58EF09C5-667F-FE8E-39CC-698C81376E5B}"/>
          </ac:grpSpMkLst>
        </pc:grpChg>
        <pc:grpChg chg="add del mod">
          <ac:chgData name="RICARDO ALEJANDRO SANCHEZ" userId="S::rsanchez24@wisc.edu::482a40ac-db42-4e10-b797-3647ed228953" providerId="AD" clId="Web-{77A10568-E3F1-1F5C-45E0-1211204BB2BE}" dt="2024-10-08T17:31:47.196" v="102"/>
          <ac:grpSpMkLst>
            <pc:docMk/>
            <pc:sldMk cId="0" sldId="256"/>
            <ac:grpSpMk id="16" creationId="{F3284DE5-EE2B-5EA8-1DF9-8DD3DC1C2D28}"/>
          </ac:grpSpMkLst>
        </pc:grpChg>
        <pc:grpChg chg="add mod">
          <ac:chgData name="RICARDO ALEJANDRO SANCHEZ" userId="S::rsanchez24@wisc.edu::482a40ac-db42-4e10-b797-3647ed228953" providerId="AD" clId="Web-{77A10568-E3F1-1F5C-45E0-1211204BB2BE}" dt="2024-10-08T17:34:31.374" v="111" actId="14100"/>
          <ac:grpSpMkLst>
            <pc:docMk/>
            <pc:sldMk cId="0" sldId="256"/>
            <ac:grpSpMk id="17" creationId="{348E4356-B391-50E1-DD6F-22EDBCDDB87B}"/>
          </ac:grpSpMkLst>
        </pc:grpChg>
        <pc:grpChg chg="add mod">
          <ac:chgData name="RICARDO ALEJANDRO SANCHEZ" userId="S::rsanchez24@wisc.edu::482a40ac-db42-4e10-b797-3647ed228953" providerId="AD" clId="Web-{77A10568-E3F1-1F5C-45E0-1211204BB2BE}" dt="2024-10-08T17:33:00.433" v="108" actId="1076"/>
          <ac:grpSpMkLst>
            <pc:docMk/>
            <pc:sldMk cId="0" sldId="256"/>
            <ac:grpSpMk id="19" creationId="{CD6F5163-FD7A-D425-728E-0079CA4465B4}"/>
          </ac:grpSpMkLst>
        </pc:grpChg>
        <pc:picChg chg="add mod modCrop">
          <ac:chgData name="RICARDO ALEJANDRO SANCHEZ" userId="S::rsanchez24@wisc.edu::482a40ac-db42-4e10-b797-3647ed228953" providerId="AD" clId="Web-{77A10568-E3F1-1F5C-45E0-1211204BB2BE}" dt="2024-10-08T17:10:45.585" v="43" actId="1076"/>
          <ac:picMkLst>
            <pc:docMk/>
            <pc:sldMk cId="0" sldId="256"/>
            <ac:picMk id="3" creationId="{DF74AC7F-23BC-F6E9-0EF4-7E2CCD12818A}"/>
          </ac:picMkLst>
        </pc:picChg>
        <pc:picChg chg="add mod modCrop">
          <ac:chgData name="RICARDO ALEJANDRO SANCHEZ" userId="S::rsanchez24@wisc.edu::482a40ac-db42-4e10-b797-3647ed228953" providerId="AD" clId="Web-{77A10568-E3F1-1F5C-45E0-1211204BB2BE}" dt="2024-10-08T17:10:49.054" v="45" actId="1076"/>
          <ac:picMkLst>
            <pc:docMk/>
            <pc:sldMk cId="0" sldId="256"/>
            <ac:picMk id="4" creationId="{396A5C57-2EFF-7DA2-625E-DD2527727AA9}"/>
          </ac:picMkLst>
        </pc:picChg>
        <pc:picChg chg="add mod modCrop">
          <ac:chgData name="RICARDO ALEJANDRO SANCHEZ" userId="S::rsanchez24@wisc.edu::482a40ac-db42-4e10-b797-3647ed228953" providerId="AD" clId="Web-{77A10568-E3F1-1F5C-45E0-1211204BB2BE}" dt="2024-10-08T17:30:12.146" v="99" actId="1076"/>
          <ac:picMkLst>
            <pc:docMk/>
            <pc:sldMk cId="0" sldId="256"/>
            <ac:picMk id="5" creationId="{A9CC40DE-D150-F756-7E8B-2118392B1EA2}"/>
          </ac:picMkLst>
        </pc:picChg>
        <pc:picChg chg="add mod modCrop">
          <ac:chgData name="RICARDO ALEJANDRO SANCHEZ" userId="S::rsanchez24@wisc.edu::482a40ac-db42-4e10-b797-3647ed228953" providerId="AD" clId="Web-{77A10568-E3F1-1F5C-45E0-1211204BB2BE}" dt="2024-10-08T17:10:46.929" v="44" actId="1076"/>
          <ac:picMkLst>
            <pc:docMk/>
            <pc:sldMk cId="0" sldId="256"/>
            <ac:picMk id="6" creationId="{1C708038-5BC5-EEC3-FE16-9DB1C10BE247}"/>
          </ac:picMkLst>
        </pc:picChg>
        <pc:picChg chg="add mod topLvl modCrop">
          <ac:chgData name="RICARDO ALEJANDRO SANCHEZ" userId="S::rsanchez24@wisc.edu::482a40ac-db42-4e10-b797-3647ed228953" providerId="AD" clId="Web-{77A10568-E3F1-1F5C-45E0-1211204BB2BE}" dt="2024-10-08T17:32:49.933" v="107" actId="1076"/>
          <ac:picMkLst>
            <pc:docMk/>
            <pc:sldMk cId="0" sldId="256"/>
            <ac:picMk id="7" creationId="{737282C4-1CA1-8500-DD2C-0DABAE72A77A}"/>
          </ac:picMkLst>
        </pc:picChg>
        <pc:picChg chg="add del">
          <ac:chgData name="RICARDO ALEJANDRO SANCHEZ" userId="S::rsanchez24@wisc.edu::482a40ac-db42-4e10-b797-3647ed228953" providerId="AD" clId="Web-{77A10568-E3F1-1F5C-45E0-1211204BB2BE}" dt="2024-10-08T17:05:34.245" v="6"/>
          <ac:picMkLst>
            <pc:docMk/>
            <pc:sldMk cId="0" sldId="256"/>
            <ac:picMk id="11" creationId="{1CDF6A70-6DBD-5874-6948-3A21A47B97FA}"/>
          </ac:picMkLst>
        </pc:picChg>
        <pc:picChg chg="add del">
          <ac:chgData name="RICARDO ALEJANDRO SANCHEZ" userId="S::rsanchez24@wisc.edu::482a40ac-db42-4e10-b797-3647ed228953" providerId="AD" clId="Web-{77A10568-E3F1-1F5C-45E0-1211204BB2BE}" dt="2024-10-08T17:05:35.885" v="7"/>
          <ac:picMkLst>
            <pc:docMk/>
            <pc:sldMk cId="0" sldId="256"/>
            <ac:picMk id="12" creationId="{14F78AE2-1ACE-9342-A0B3-C7486E70B756}"/>
          </ac:picMkLst>
        </pc:picChg>
        <pc:picChg chg="add mod modCrop">
          <ac:chgData name="RICARDO ALEJANDRO SANCHEZ" userId="S::rsanchez24@wisc.edu::482a40ac-db42-4e10-b797-3647ed228953" providerId="AD" clId="Web-{77A10568-E3F1-1F5C-45E0-1211204BB2BE}" dt="2024-10-08T17:26:43.919" v="89" actId="1076"/>
          <ac:picMkLst>
            <pc:docMk/>
            <pc:sldMk cId="0" sldId="256"/>
            <ac:picMk id="13" creationId="{C4B84937-DC14-E5C7-8384-A59833CA2C72}"/>
          </ac:picMkLst>
        </pc:picChg>
        <pc:picChg chg="add del">
          <ac:chgData name="RICARDO ALEJANDRO SANCHEZ" userId="S::rsanchez24@wisc.edu::482a40ac-db42-4e10-b797-3647ed228953" providerId="AD" clId="Web-{77A10568-E3F1-1F5C-45E0-1211204BB2BE}" dt="2024-10-08T17:05:36.776" v="8"/>
          <ac:picMkLst>
            <pc:docMk/>
            <pc:sldMk cId="0" sldId="256"/>
            <ac:picMk id="14" creationId="{D302F7E0-D1A4-5BF9-FFE7-1AC2A12DF6F2}"/>
          </ac:picMkLst>
        </pc:picChg>
        <pc:picChg chg="del">
          <ac:chgData name="RICARDO ALEJANDRO SANCHEZ" userId="S::rsanchez24@wisc.edu::482a40ac-db42-4e10-b797-3647ed228953" providerId="AD" clId="Web-{77A10568-E3F1-1F5C-45E0-1211204BB2BE}" dt="2024-10-08T17:06:13.481" v="9"/>
          <ac:picMkLst>
            <pc:docMk/>
            <pc:sldMk cId="0" sldId="256"/>
            <ac:picMk id="24" creationId="{69AE44F2-7EAE-B069-AB2F-02C4C44BDFB5}"/>
          </ac:picMkLst>
        </pc:picChg>
      </pc:sldChg>
    </pc:docChg>
  </pc:docChgLst>
  <pc:docChgLst>
    <pc:chgData name="RICARDO ALEJANDRO SANCHEZ" userId="S::rsanchez24@wisc.edu::482a40ac-db42-4e10-b797-3647ed228953" providerId="AD" clId="Web-{0E0558FA-740C-0516-D5A3-0F4605026E40}"/>
    <pc:docChg chg="modSld">
      <pc:chgData name="RICARDO ALEJANDRO SANCHEZ" userId="S::rsanchez24@wisc.edu::482a40ac-db42-4e10-b797-3647ed228953" providerId="AD" clId="Web-{0E0558FA-740C-0516-D5A3-0F4605026E40}" dt="2024-10-07T19:30:52.812" v="146" actId="1076"/>
      <pc:docMkLst>
        <pc:docMk/>
      </pc:docMkLst>
      <pc:sldChg chg="addSp delSp modSp">
        <pc:chgData name="RICARDO ALEJANDRO SANCHEZ" userId="S::rsanchez24@wisc.edu::482a40ac-db42-4e10-b797-3647ed228953" providerId="AD" clId="Web-{0E0558FA-740C-0516-D5A3-0F4605026E40}" dt="2024-10-07T19:30:52.812" v="146" actId="1076"/>
        <pc:sldMkLst>
          <pc:docMk/>
          <pc:sldMk cId="0" sldId="256"/>
        </pc:sldMkLst>
        <pc:spChg chg="mod">
          <ac:chgData name="RICARDO ALEJANDRO SANCHEZ" userId="S::rsanchez24@wisc.edu::482a40ac-db42-4e10-b797-3647ed228953" providerId="AD" clId="Web-{0E0558FA-740C-0516-D5A3-0F4605026E40}" dt="2024-10-07T18:28:26.139" v="0" actId="20577"/>
          <ac:spMkLst>
            <pc:docMk/>
            <pc:sldMk cId="0" sldId="256"/>
            <ac:spMk id="2" creationId="{D9B86DAC-7767-4ED1-9F53-D115AAB51DF0}"/>
          </ac:spMkLst>
        </pc:spChg>
        <pc:spChg chg="del">
          <ac:chgData name="RICARDO ALEJANDRO SANCHEZ" userId="S::rsanchez24@wisc.edu::482a40ac-db42-4e10-b797-3647ed228953" providerId="AD" clId="Web-{0E0558FA-740C-0516-D5A3-0F4605026E40}" dt="2024-10-07T18:40:00.662" v="49"/>
          <ac:spMkLst>
            <pc:docMk/>
            <pc:sldMk cId="0" sldId="256"/>
            <ac:spMk id="3" creationId="{0C1CC032-2A94-3A6A-DAE2-0B675226F229}"/>
          </ac:spMkLst>
        </pc:spChg>
        <pc:spChg chg="del">
          <ac:chgData name="RICARDO ALEJANDRO SANCHEZ" userId="S::rsanchez24@wisc.edu::482a40ac-db42-4e10-b797-3647ed228953" providerId="AD" clId="Web-{0E0558FA-740C-0516-D5A3-0F4605026E40}" dt="2024-10-07T18:40:00.662" v="48"/>
          <ac:spMkLst>
            <pc:docMk/>
            <pc:sldMk cId="0" sldId="256"/>
            <ac:spMk id="4" creationId="{F978E0C7-BA5C-E44D-5A75-BF90B6F6FFC6}"/>
          </ac:spMkLst>
        </pc:spChg>
        <pc:spChg chg="del">
          <ac:chgData name="RICARDO ALEJANDRO SANCHEZ" userId="S::rsanchez24@wisc.edu::482a40ac-db42-4e10-b797-3647ed228953" providerId="AD" clId="Web-{0E0558FA-740C-0516-D5A3-0F4605026E40}" dt="2024-10-07T18:39:50.599" v="29"/>
          <ac:spMkLst>
            <pc:docMk/>
            <pc:sldMk cId="0" sldId="256"/>
            <ac:spMk id="5" creationId="{D0E0551A-0BC6-65C3-A5DB-166FE6ED3D0C}"/>
          </ac:spMkLst>
        </pc:spChg>
        <pc:spChg chg="del">
          <ac:chgData name="RICARDO ALEJANDRO SANCHEZ" userId="S::rsanchez24@wisc.edu::482a40ac-db42-4e10-b797-3647ed228953" providerId="AD" clId="Web-{0E0558FA-740C-0516-D5A3-0F4605026E40}" dt="2024-10-07T18:39:46.958" v="26"/>
          <ac:spMkLst>
            <pc:docMk/>
            <pc:sldMk cId="0" sldId="256"/>
            <ac:spMk id="12" creationId="{673B96C8-243A-A167-F813-9ABB0163550A}"/>
          </ac:spMkLst>
        </pc:spChg>
        <pc:spChg chg="del">
          <ac:chgData name="RICARDO ALEJANDRO SANCHEZ" userId="S::rsanchez24@wisc.edu::482a40ac-db42-4e10-b797-3647ed228953" providerId="AD" clId="Web-{0E0558FA-740C-0516-D5A3-0F4605026E40}" dt="2024-10-07T18:39:46.958" v="25"/>
          <ac:spMkLst>
            <pc:docMk/>
            <pc:sldMk cId="0" sldId="256"/>
            <ac:spMk id="14" creationId="{C8810FC7-49E2-95AB-58B6-03F325C059E2}"/>
          </ac:spMkLst>
        </pc:spChg>
        <pc:spChg chg="add mod">
          <ac:chgData name="RICARDO ALEJANDRO SANCHEZ" userId="S::rsanchez24@wisc.edu::482a40ac-db42-4e10-b797-3647ed228953" providerId="AD" clId="Web-{0E0558FA-740C-0516-D5A3-0F4605026E40}" dt="2024-10-07T18:31:43.426" v="19" actId="1076"/>
          <ac:spMkLst>
            <pc:docMk/>
            <pc:sldMk cId="0" sldId="256"/>
            <ac:spMk id="18" creationId="{DF64BC03-06F6-8785-2664-1FC4C5FCA894}"/>
          </ac:spMkLst>
        </pc:spChg>
        <pc:spChg chg="del">
          <ac:chgData name="RICARDO ALEJANDRO SANCHEZ" userId="S::rsanchez24@wisc.edu::482a40ac-db42-4e10-b797-3647ed228953" providerId="AD" clId="Web-{0E0558FA-740C-0516-D5A3-0F4605026E40}" dt="2024-10-07T18:39:46.958" v="24"/>
          <ac:spMkLst>
            <pc:docMk/>
            <pc:sldMk cId="0" sldId="256"/>
            <ac:spMk id="19" creationId="{25DD929C-25E9-70CB-BAF6-A25587F758EE}"/>
          </ac:spMkLst>
        </pc:spChg>
        <pc:spChg chg="del">
          <ac:chgData name="RICARDO ALEJANDRO SANCHEZ" userId="S::rsanchez24@wisc.edu::482a40ac-db42-4e10-b797-3647ed228953" providerId="AD" clId="Web-{0E0558FA-740C-0516-D5A3-0F4605026E40}" dt="2024-10-07T18:39:53.302" v="38"/>
          <ac:spMkLst>
            <pc:docMk/>
            <pc:sldMk cId="0" sldId="256"/>
            <ac:spMk id="22" creationId="{3CA29B55-196D-2E3C-EB26-9CA9DD31B4C7}"/>
          </ac:spMkLst>
        </pc:spChg>
        <pc:spChg chg="add del">
          <ac:chgData name="RICARDO ALEJANDRO SANCHEZ" userId="S::rsanchez24@wisc.edu::482a40ac-db42-4e10-b797-3647ed228953" providerId="AD" clId="Web-{0E0558FA-740C-0516-D5A3-0F4605026E40}" dt="2024-10-07T18:45:14.360" v="74"/>
          <ac:spMkLst>
            <pc:docMk/>
            <pc:sldMk cId="0" sldId="256"/>
            <ac:spMk id="26" creationId="{94318F31-DA99-35F1-8161-B3E976207FE8}"/>
          </ac:spMkLst>
        </pc:spChg>
        <pc:spChg chg="del">
          <ac:chgData name="RICARDO ALEJANDRO SANCHEZ" userId="S::rsanchez24@wisc.edu::482a40ac-db42-4e10-b797-3647ed228953" providerId="AD" clId="Web-{0E0558FA-740C-0516-D5A3-0F4605026E40}" dt="2024-10-07T18:40:03.099" v="52"/>
          <ac:spMkLst>
            <pc:docMk/>
            <pc:sldMk cId="0" sldId="256"/>
            <ac:spMk id="28" creationId="{9E532874-FB0D-EB50-DF06-D6FBB091B604}"/>
          </ac:spMkLst>
        </pc:spChg>
        <pc:spChg chg="del">
          <ac:chgData name="RICARDO ALEJANDRO SANCHEZ" userId="S::rsanchez24@wisc.edu::482a40ac-db42-4e10-b797-3647ed228953" providerId="AD" clId="Web-{0E0558FA-740C-0516-D5A3-0F4605026E40}" dt="2024-10-07T18:39:57.412" v="44"/>
          <ac:spMkLst>
            <pc:docMk/>
            <pc:sldMk cId="0" sldId="256"/>
            <ac:spMk id="29" creationId="{B0B43A9C-215D-19E0-9BC4-8F0CF81A8DD2}"/>
          </ac:spMkLst>
        </pc:spChg>
        <pc:spChg chg="del">
          <ac:chgData name="RICARDO ALEJANDRO SANCHEZ" userId="S::rsanchez24@wisc.edu::482a40ac-db42-4e10-b797-3647ed228953" providerId="AD" clId="Web-{0E0558FA-740C-0516-D5A3-0F4605026E40}" dt="2024-10-07T18:39:50.599" v="35"/>
          <ac:spMkLst>
            <pc:docMk/>
            <pc:sldMk cId="0" sldId="256"/>
            <ac:spMk id="30" creationId="{516A8DB1-F5A5-4E83-8D74-D2DBED342510}"/>
          </ac:spMkLst>
        </pc:spChg>
        <pc:spChg chg="del">
          <ac:chgData name="RICARDO ALEJANDRO SANCHEZ" userId="S::rsanchez24@wisc.edu::482a40ac-db42-4e10-b797-3647ed228953" providerId="AD" clId="Web-{0E0558FA-740C-0516-D5A3-0F4605026E40}" dt="2024-10-07T18:39:50.599" v="30"/>
          <ac:spMkLst>
            <pc:docMk/>
            <pc:sldMk cId="0" sldId="256"/>
            <ac:spMk id="32" creationId="{0E0CF11F-B2EF-3A5C-34B1-D7A7285EBD76}"/>
          </ac:spMkLst>
        </pc:spChg>
        <pc:spChg chg="add mod">
          <ac:chgData name="RICARDO ALEJANDRO SANCHEZ" userId="S::rsanchez24@wisc.edu::482a40ac-db42-4e10-b797-3647ed228953" providerId="AD" clId="Web-{0E0558FA-740C-0516-D5A3-0F4605026E40}" dt="2024-10-07T18:47:31.192" v="96" actId="20577"/>
          <ac:spMkLst>
            <pc:docMk/>
            <pc:sldMk cId="0" sldId="256"/>
            <ac:spMk id="33" creationId="{BB394413-3FCD-8283-7471-AB3015788B85}"/>
          </ac:spMkLst>
        </pc:spChg>
        <pc:spChg chg="del">
          <ac:chgData name="RICARDO ALEJANDRO SANCHEZ" userId="S::rsanchez24@wisc.edu::482a40ac-db42-4e10-b797-3647ed228953" providerId="AD" clId="Web-{0E0558FA-740C-0516-D5A3-0F4605026E40}" dt="2024-10-07T18:39:53.302" v="40"/>
          <ac:spMkLst>
            <pc:docMk/>
            <pc:sldMk cId="0" sldId="256"/>
            <ac:spMk id="38" creationId="{6D78CF09-D036-66FD-6733-770326E5A510}"/>
          </ac:spMkLst>
        </pc:spChg>
        <pc:spChg chg="del">
          <ac:chgData name="RICARDO ALEJANDRO SANCHEZ" userId="S::rsanchez24@wisc.edu::482a40ac-db42-4e10-b797-3647ed228953" providerId="AD" clId="Web-{0E0558FA-740C-0516-D5A3-0F4605026E40}" dt="2024-10-07T18:39:53.302" v="39"/>
          <ac:spMkLst>
            <pc:docMk/>
            <pc:sldMk cId="0" sldId="256"/>
            <ac:spMk id="39" creationId="{3B4737CF-C664-9B79-7E96-BD3FABF103CF}"/>
          </ac:spMkLst>
        </pc:spChg>
        <pc:spChg chg="del">
          <ac:chgData name="RICARDO ALEJANDRO SANCHEZ" userId="S::rsanchez24@wisc.edu::482a40ac-db42-4e10-b797-3647ed228953" providerId="AD" clId="Web-{0E0558FA-740C-0516-D5A3-0F4605026E40}" dt="2024-10-07T18:39:46.958" v="23"/>
          <ac:spMkLst>
            <pc:docMk/>
            <pc:sldMk cId="0" sldId="256"/>
            <ac:spMk id="51" creationId="{BB801A7F-B7E4-9C0E-A845-E1B037EC8DFD}"/>
          </ac:spMkLst>
        </pc:spChg>
        <pc:spChg chg="mod">
          <ac:chgData name="RICARDO ALEJANDRO SANCHEZ" userId="S::rsanchez24@wisc.edu::482a40ac-db42-4e10-b797-3647ed228953" providerId="AD" clId="Web-{0E0558FA-740C-0516-D5A3-0F4605026E40}" dt="2024-10-07T18:30:41.956" v="8" actId="20577"/>
          <ac:spMkLst>
            <pc:docMk/>
            <pc:sldMk cId="0" sldId="256"/>
            <ac:spMk id="61" creationId="{794CA933-1E0E-4F6A-842D-6ACEB86812D3}"/>
          </ac:spMkLst>
        </pc:spChg>
        <pc:spChg chg="del">
          <ac:chgData name="RICARDO ALEJANDRO SANCHEZ" userId="S::rsanchez24@wisc.edu::482a40ac-db42-4e10-b797-3647ed228953" providerId="AD" clId="Web-{0E0558FA-740C-0516-D5A3-0F4605026E40}" dt="2024-10-07T18:40:08.646" v="57"/>
          <ac:spMkLst>
            <pc:docMk/>
            <pc:sldMk cId="0" sldId="256"/>
            <ac:spMk id="70" creationId="{F6215896-9454-49C3-8ADC-879904EEC595}"/>
          </ac:spMkLst>
        </pc:spChg>
        <pc:spChg chg="mod">
          <ac:chgData name="RICARDO ALEJANDRO SANCHEZ" userId="S::rsanchez24@wisc.edu::482a40ac-db42-4e10-b797-3647ed228953" providerId="AD" clId="Web-{0E0558FA-740C-0516-D5A3-0F4605026E40}" dt="2024-10-07T18:31:04.566" v="12" actId="20577"/>
          <ac:spMkLst>
            <pc:docMk/>
            <pc:sldMk cId="0" sldId="256"/>
            <ac:spMk id="77" creationId="{B87116A8-FA5B-4078-A199-34DD0D0A8E3F}"/>
          </ac:spMkLst>
        </pc:spChg>
        <pc:spChg chg="mod">
          <ac:chgData name="RICARDO ALEJANDRO SANCHEZ" userId="S::rsanchez24@wisc.edu::482a40ac-db42-4e10-b797-3647ed228953" providerId="AD" clId="Web-{0E0558FA-740C-0516-D5A3-0F4605026E40}" dt="2024-10-07T18:31:31.082" v="16" actId="14100"/>
          <ac:spMkLst>
            <pc:docMk/>
            <pc:sldMk cId="0" sldId="256"/>
            <ac:spMk id="98" creationId="{00000000-0000-0000-0000-000000000000}"/>
          </ac:spMkLst>
        </pc:spChg>
        <pc:spChg chg="del">
          <ac:chgData name="RICARDO ALEJANDRO SANCHEZ" userId="S::rsanchez24@wisc.edu::482a40ac-db42-4e10-b797-3647ed228953" providerId="AD" clId="Web-{0E0558FA-740C-0516-D5A3-0F4605026E40}" dt="2024-10-07T18:40:00.662" v="50"/>
          <ac:spMkLst>
            <pc:docMk/>
            <pc:sldMk cId="0" sldId="256"/>
            <ac:spMk id="99" creationId="{9C1E347E-13C9-42C7-BDA4-873C6231E286}"/>
          </ac:spMkLst>
        </pc:spChg>
        <pc:spChg chg="del">
          <ac:chgData name="RICARDO ALEJANDRO SANCHEZ" userId="S::rsanchez24@wisc.edu::482a40ac-db42-4e10-b797-3647ed228953" providerId="AD" clId="Web-{0E0558FA-740C-0516-D5A3-0F4605026E40}" dt="2024-10-07T18:39:46.958" v="27"/>
          <ac:spMkLst>
            <pc:docMk/>
            <pc:sldMk cId="0" sldId="256"/>
            <ac:spMk id="171" creationId="{92036528-ED72-4799-BE09-138F12997576}"/>
          </ac:spMkLst>
        </pc:spChg>
        <pc:spChg chg="del">
          <ac:chgData name="RICARDO ALEJANDRO SANCHEZ" userId="S::rsanchez24@wisc.edu::482a40ac-db42-4e10-b797-3647ed228953" providerId="AD" clId="Web-{0E0558FA-740C-0516-D5A3-0F4605026E40}" dt="2024-10-07T18:39:50.599" v="34"/>
          <ac:spMkLst>
            <pc:docMk/>
            <pc:sldMk cId="0" sldId="256"/>
            <ac:spMk id="172" creationId="{6D93E0E3-D45F-4A5C-9302-CFD7D7551031}"/>
          </ac:spMkLst>
        </pc:spChg>
        <pc:spChg chg="del">
          <ac:chgData name="RICARDO ALEJANDRO SANCHEZ" userId="S::rsanchez24@wisc.edu::482a40ac-db42-4e10-b797-3647ed228953" providerId="AD" clId="Web-{0E0558FA-740C-0516-D5A3-0F4605026E40}" dt="2024-10-07T18:39:50.599" v="33"/>
          <ac:spMkLst>
            <pc:docMk/>
            <pc:sldMk cId="0" sldId="256"/>
            <ac:spMk id="173" creationId="{A86424F7-5B7D-4E72-A1AC-7D953C94749E}"/>
          </ac:spMkLst>
        </pc:spChg>
        <pc:spChg chg="del">
          <ac:chgData name="RICARDO ALEJANDRO SANCHEZ" userId="S::rsanchez24@wisc.edu::482a40ac-db42-4e10-b797-3647ed228953" providerId="AD" clId="Web-{0E0558FA-740C-0516-D5A3-0F4605026E40}" dt="2024-10-07T18:40:03.099" v="56"/>
          <ac:spMkLst>
            <pc:docMk/>
            <pc:sldMk cId="0" sldId="256"/>
            <ac:spMk id="174" creationId="{08688340-B217-48B7-84F1-E5FB710F94F8}"/>
          </ac:spMkLst>
        </pc:spChg>
        <pc:spChg chg="del">
          <ac:chgData name="RICARDO ALEJANDRO SANCHEZ" userId="S::rsanchez24@wisc.edu::482a40ac-db42-4e10-b797-3647ed228953" providerId="AD" clId="Web-{0E0558FA-740C-0516-D5A3-0F4605026E40}" dt="2024-10-07T18:40:03.099" v="55"/>
          <ac:spMkLst>
            <pc:docMk/>
            <pc:sldMk cId="0" sldId="256"/>
            <ac:spMk id="175" creationId="{79570428-1DF5-43D9-8B24-2FBA8C4DE443}"/>
          </ac:spMkLst>
        </pc:spChg>
        <pc:spChg chg="del">
          <ac:chgData name="RICARDO ALEJANDRO SANCHEZ" userId="S::rsanchez24@wisc.edu::482a40ac-db42-4e10-b797-3647ed228953" providerId="AD" clId="Web-{0E0558FA-740C-0516-D5A3-0F4605026E40}" dt="2024-10-07T18:40:03.099" v="54"/>
          <ac:spMkLst>
            <pc:docMk/>
            <pc:sldMk cId="0" sldId="256"/>
            <ac:spMk id="176" creationId="{E52467BA-8EDA-491B-B23E-F2A75FC08381}"/>
          </ac:spMkLst>
        </pc:spChg>
        <pc:spChg chg="mod">
          <ac:chgData name="RICARDO ALEJANDRO SANCHEZ" userId="S::rsanchez24@wisc.edu::482a40ac-db42-4e10-b797-3647ed228953" providerId="AD" clId="Web-{0E0558FA-740C-0516-D5A3-0F4605026E40}" dt="2024-10-07T18:44:42.280" v="72" actId="1076"/>
          <ac:spMkLst>
            <pc:docMk/>
            <pc:sldMk cId="0" sldId="256"/>
            <ac:spMk id="1046" creationId="{F736A69F-4878-990A-07B8-C96FA47E549C}"/>
          </ac:spMkLst>
        </pc:spChg>
        <pc:spChg chg="del mod">
          <ac:chgData name="RICARDO ALEJANDRO SANCHEZ" userId="S::rsanchez24@wisc.edu::482a40ac-db42-4e10-b797-3647ed228953" providerId="AD" clId="Web-{0E0558FA-740C-0516-D5A3-0F4605026E40}" dt="2024-10-07T18:40:58.086" v="59"/>
          <ac:spMkLst>
            <pc:docMk/>
            <pc:sldMk cId="0" sldId="256"/>
            <ac:spMk id="1047" creationId="{DCDC9279-C081-E446-7493-FDD5575BB8FF}"/>
          </ac:spMkLst>
        </pc:spChg>
        <pc:grpChg chg="del">
          <ac:chgData name="RICARDO ALEJANDRO SANCHEZ" userId="S::rsanchez24@wisc.edu::482a40ac-db42-4e10-b797-3647ed228953" providerId="AD" clId="Web-{0E0558FA-740C-0516-D5A3-0F4605026E40}" dt="2024-10-07T18:39:43.739" v="22"/>
          <ac:grpSpMkLst>
            <pc:docMk/>
            <pc:sldMk cId="0" sldId="256"/>
            <ac:grpSpMk id="13" creationId="{32D6EA56-EEEC-29CA-38FA-E41A79A2D075}"/>
          </ac:grpSpMkLst>
        </pc:grpChg>
        <pc:grpChg chg="del">
          <ac:chgData name="RICARDO ALEJANDRO SANCHEZ" userId="S::rsanchez24@wisc.edu::482a40ac-db42-4e10-b797-3647ed228953" providerId="AD" clId="Web-{0E0558FA-740C-0516-D5A3-0F4605026E40}" dt="2024-10-07T18:39:53.302" v="37"/>
          <ac:grpSpMkLst>
            <pc:docMk/>
            <pc:sldMk cId="0" sldId="256"/>
            <ac:grpSpMk id="20" creationId="{B7887F25-2636-A3C7-0727-E073126C7A2F}"/>
          </ac:grpSpMkLst>
        </pc:grpChg>
        <pc:grpChg chg="del">
          <ac:chgData name="RICARDO ALEJANDRO SANCHEZ" userId="S::rsanchez24@wisc.edu::482a40ac-db42-4e10-b797-3647ed228953" providerId="AD" clId="Web-{0E0558FA-740C-0516-D5A3-0F4605026E40}" dt="2024-10-07T18:39:42.271" v="21"/>
          <ac:grpSpMkLst>
            <pc:docMk/>
            <pc:sldMk cId="0" sldId="256"/>
            <ac:grpSpMk id="52" creationId="{C7AE7EF6-35A0-FEA6-B656-7889B9671746}"/>
          </ac:grpSpMkLst>
        </pc:grpChg>
        <pc:picChg chg="add del mod">
          <ac:chgData name="RICARDO ALEJANDRO SANCHEZ" userId="S::rsanchez24@wisc.edu::482a40ac-db42-4e10-b797-3647ed228953" providerId="AD" clId="Web-{0E0558FA-740C-0516-D5A3-0F4605026E40}" dt="2024-10-07T19:27:43.368" v="109"/>
          <ac:picMkLst>
            <pc:docMk/>
            <pc:sldMk cId="0" sldId="256"/>
            <ac:picMk id="3" creationId="{BC0D4757-DFFB-0F5C-2D88-9DF9BDA08EB1}"/>
          </ac:picMkLst>
        </pc:picChg>
        <pc:picChg chg="add del mod">
          <ac:chgData name="RICARDO ALEJANDRO SANCHEZ" userId="S::rsanchez24@wisc.edu::482a40ac-db42-4e10-b797-3647ed228953" providerId="AD" clId="Web-{0E0558FA-740C-0516-D5A3-0F4605026E40}" dt="2024-10-07T19:27:41.181" v="107"/>
          <ac:picMkLst>
            <pc:docMk/>
            <pc:sldMk cId="0" sldId="256"/>
            <ac:picMk id="4" creationId="{7F061911-4881-1BF0-0BBA-9F63223803E0}"/>
          </ac:picMkLst>
        </pc:picChg>
        <pc:picChg chg="add del mod">
          <ac:chgData name="RICARDO ALEJANDRO SANCHEZ" userId="S::rsanchez24@wisc.edu::482a40ac-db42-4e10-b797-3647ed228953" providerId="AD" clId="Web-{0E0558FA-740C-0516-D5A3-0F4605026E40}" dt="2024-10-07T19:27:42.024" v="108"/>
          <ac:picMkLst>
            <pc:docMk/>
            <pc:sldMk cId="0" sldId="256"/>
            <ac:picMk id="5" creationId="{5B0B90B8-36EE-A4F4-475D-44BA4C98534B}"/>
          </ac:picMkLst>
        </pc:picChg>
        <pc:picChg chg="del">
          <ac:chgData name="RICARDO ALEJANDRO SANCHEZ" userId="S::rsanchez24@wisc.edu::482a40ac-db42-4e10-b797-3647ed228953" providerId="AD" clId="Web-{0E0558FA-740C-0516-D5A3-0F4605026E40}" dt="2024-10-07T18:30:55.737" v="9"/>
          <ac:picMkLst>
            <pc:docMk/>
            <pc:sldMk cId="0" sldId="256"/>
            <ac:picMk id="6" creationId="{CF6C5C7D-B075-2A37-0B4A-884A1871EE72}"/>
          </ac:picMkLst>
        </pc:picChg>
        <pc:picChg chg="add del mod modCrop">
          <ac:chgData name="RICARDO ALEJANDRO SANCHEZ" userId="S::rsanchez24@wisc.edu::482a40ac-db42-4e10-b797-3647ed228953" providerId="AD" clId="Web-{0E0558FA-740C-0516-D5A3-0F4605026E40}" dt="2024-10-07T19:27:01.414" v="106"/>
          <ac:picMkLst>
            <pc:docMk/>
            <pc:sldMk cId="0" sldId="256"/>
            <ac:picMk id="6" creationId="{CFB0D0C6-EB43-AF0D-2FFF-2F1DB74888C2}"/>
          </ac:picMkLst>
        </pc:picChg>
        <pc:picChg chg="del">
          <ac:chgData name="RICARDO ALEJANDRO SANCHEZ" userId="S::rsanchez24@wisc.edu::482a40ac-db42-4e10-b797-3647ed228953" providerId="AD" clId="Web-{0E0558FA-740C-0516-D5A3-0F4605026E40}" dt="2024-10-07T18:30:58.409" v="10"/>
          <ac:picMkLst>
            <pc:docMk/>
            <pc:sldMk cId="0" sldId="256"/>
            <ac:picMk id="7" creationId="{A7330BA2-5DFA-7639-31F7-3744C5A38556}"/>
          </ac:picMkLst>
        </pc:picChg>
        <pc:picChg chg="add del mod">
          <ac:chgData name="RICARDO ALEJANDRO SANCHEZ" userId="S::rsanchez24@wisc.edu::482a40ac-db42-4e10-b797-3647ed228953" providerId="AD" clId="Web-{0E0558FA-740C-0516-D5A3-0F4605026E40}" dt="2024-10-07T19:28:03.619" v="117"/>
          <ac:picMkLst>
            <pc:docMk/>
            <pc:sldMk cId="0" sldId="256"/>
            <ac:picMk id="7" creationId="{F8164E14-C388-268D-FF82-8FFD996B34F9}"/>
          </ac:picMkLst>
        </pc:picChg>
        <pc:picChg chg="del">
          <ac:chgData name="RICARDO ALEJANDRO SANCHEZ" userId="S::rsanchez24@wisc.edu::482a40ac-db42-4e10-b797-3647ed228953" providerId="AD" clId="Web-{0E0558FA-740C-0516-D5A3-0F4605026E40}" dt="2024-10-07T18:39:53.302" v="43"/>
          <ac:picMkLst>
            <pc:docMk/>
            <pc:sldMk cId="0" sldId="256"/>
            <ac:picMk id="8" creationId="{1EDDE52F-1321-A00A-12D8-5EDA366EFB69}"/>
          </ac:picMkLst>
        </pc:picChg>
        <pc:picChg chg="add del mod">
          <ac:chgData name="RICARDO ALEJANDRO SANCHEZ" userId="S::rsanchez24@wisc.edu::482a40ac-db42-4e10-b797-3647ed228953" providerId="AD" clId="Web-{0E0558FA-740C-0516-D5A3-0F4605026E40}" dt="2024-10-07T19:28:02.759" v="116"/>
          <ac:picMkLst>
            <pc:docMk/>
            <pc:sldMk cId="0" sldId="256"/>
            <ac:picMk id="8" creationId="{ED5CE7AC-8789-5148-97F5-69FF74331AB9}"/>
          </ac:picMkLst>
        </pc:picChg>
        <pc:picChg chg="add del mod">
          <ac:chgData name="RICARDO ALEJANDRO SANCHEZ" userId="S::rsanchez24@wisc.edu::482a40ac-db42-4e10-b797-3647ed228953" providerId="AD" clId="Web-{0E0558FA-740C-0516-D5A3-0F4605026E40}" dt="2024-10-07T19:27:59.712" v="115"/>
          <ac:picMkLst>
            <pc:docMk/>
            <pc:sldMk cId="0" sldId="256"/>
            <ac:picMk id="9" creationId="{9D5F00FD-4AEE-D2E2-ABBC-52F4375946C5}"/>
          </ac:picMkLst>
        </pc:picChg>
        <pc:picChg chg="del">
          <ac:chgData name="RICARDO ALEJANDRO SANCHEZ" userId="S::rsanchez24@wisc.edu::482a40ac-db42-4e10-b797-3647ed228953" providerId="AD" clId="Web-{0E0558FA-740C-0516-D5A3-0F4605026E40}" dt="2024-10-07T18:30:59.472" v="11"/>
          <ac:picMkLst>
            <pc:docMk/>
            <pc:sldMk cId="0" sldId="256"/>
            <ac:picMk id="9" creationId="{E1BBD0F3-ACDC-DA95-26AE-7A0C7293459A}"/>
          </ac:picMkLst>
        </pc:picChg>
        <pc:picChg chg="add del mod">
          <ac:chgData name="RICARDO ALEJANDRO SANCHEZ" userId="S::rsanchez24@wisc.edu::482a40ac-db42-4e10-b797-3647ed228953" providerId="AD" clId="Web-{0E0558FA-740C-0516-D5A3-0F4605026E40}" dt="2024-10-07T19:27:56.322" v="114"/>
          <ac:picMkLst>
            <pc:docMk/>
            <pc:sldMk cId="0" sldId="256"/>
            <ac:picMk id="10" creationId="{D414ED0C-46FA-45B3-1EED-EECD81ED1BC4}"/>
          </ac:picMkLst>
        </pc:picChg>
        <pc:picChg chg="add mod ord modCrop">
          <ac:chgData name="RICARDO ALEJANDRO SANCHEZ" userId="S::rsanchez24@wisc.edu::482a40ac-db42-4e10-b797-3647ed228953" providerId="AD" clId="Web-{0E0558FA-740C-0516-D5A3-0F4605026E40}" dt="2024-10-07T19:29:52.544" v="135"/>
          <ac:picMkLst>
            <pc:docMk/>
            <pc:sldMk cId="0" sldId="256"/>
            <ac:picMk id="11" creationId="{1CDF6A70-6DBD-5874-6948-3A21A47B97FA}"/>
          </ac:picMkLst>
        </pc:picChg>
        <pc:picChg chg="add mod modCrop">
          <ac:chgData name="RICARDO ALEJANDRO SANCHEZ" userId="S::rsanchez24@wisc.edu::482a40ac-db42-4e10-b797-3647ed228953" providerId="AD" clId="Web-{0E0558FA-740C-0516-D5A3-0F4605026E40}" dt="2024-10-07T19:30:52.812" v="146" actId="1076"/>
          <ac:picMkLst>
            <pc:docMk/>
            <pc:sldMk cId="0" sldId="256"/>
            <ac:picMk id="12" creationId="{14F78AE2-1ACE-9342-A0B3-C7486E70B756}"/>
          </ac:picMkLst>
        </pc:picChg>
        <pc:picChg chg="add del mod">
          <ac:chgData name="RICARDO ALEJANDRO SANCHEZ" userId="S::rsanchez24@wisc.edu::482a40ac-db42-4e10-b797-3647ed228953" providerId="AD" clId="Web-{0E0558FA-740C-0516-D5A3-0F4605026E40}" dt="2024-10-07T19:29:14.121" v="130"/>
          <ac:picMkLst>
            <pc:docMk/>
            <pc:sldMk cId="0" sldId="256"/>
            <ac:picMk id="13" creationId="{82133C14-1E6B-F8B0-5000-BD2A09E759CC}"/>
          </ac:picMkLst>
        </pc:picChg>
        <pc:picChg chg="add mod modCrop">
          <ac:chgData name="RICARDO ALEJANDRO SANCHEZ" userId="S::rsanchez24@wisc.edu::482a40ac-db42-4e10-b797-3647ed228953" providerId="AD" clId="Web-{0E0558FA-740C-0516-D5A3-0F4605026E40}" dt="2024-10-07T19:29:09.105" v="128" actId="1076"/>
          <ac:picMkLst>
            <pc:docMk/>
            <pc:sldMk cId="0" sldId="256"/>
            <ac:picMk id="14" creationId="{D302F7E0-D1A4-5BF9-FFE7-1AC2A12DF6F2}"/>
          </ac:picMkLst>
        </pc:picChg>
        <pc:picChg chg="del">
          <ac:chgData name="RICARDO ALEJANDRO SANCHEZ" userId="S::rsanchez24@wisc.edu::482a40ac-db42-4e10-b797-3647ed228953" providerId="AD" clId="Web-{0E0558FA-740C-0516-D5A3-0F4605026E40}" dt="2024-10-07T18:39:39.989" v="20"/>
          <ac:picMkLst>
            <pc:docMk/>
            <pc:sldMk cId="0" sldId="256"/>
            <ac:picMk id="15" creationId="{43210013-C6FE-5B97-EFE7-67B0B943C02A}"/>
          </ac:picMkLst>
        </pc:picChg>
        <pc:picChg chg="del">
          <ac:chgData name="RICARDO ALEJANDRO SANCHEZ" userId="S::rsanchez24@wisc.edu::482a40ac-db42-4e10-b797-3647ed228953" providerId="AD" clId="Web-{0E0558FA-740C-0516-D5A3-0F4605026E40}" dt="2024-10-07T18:39:53.302" v="42"/>
          <ac:picMkLst>
            <pc:docMk/>
            <pc:sldMk cId="0" sldId="256"/>
            <ac:picMk id="16" creationId="{73B0ADFE-1459-1A75-7F72-C5C7D7FAF547}"/>
          </ac:picMkLst>
        </pc:picChg>
        <pc:picChg chg="add del mod">
          <ac:chgData name="RICARDO ALEJANDRO SANCHEZ" userId="S::rsanchez24@wisc.edu::482a40ac-db42-4e10-b797-3647ed228953" providerId="AD" clId="Web-{0E0558FA-740C-0516-D5A3-0F4605026E40}" dt="2024-10-07T18:41:20.977" v="65"/>
          <ac:picMkLst>
            <pc:docMk/>
            <pc:sldMk cId="0" sldId="256"/>
            <ac:picMk id="23" creationId="{E0199EE0-7F87-7C3B-1DA5-72C8AEAF30F8}"/>
          </ac:picMkLst>
        </pc:picChg>
        <pc:picChg chg="add mod">
          <ac:chgData name="RICARDO ALEJANDRO SANCHEZ" userId="S::rsanchez24@wisc.edu::482a40ac-db42-4e10-b797-3647ed228953" providerId="AD" clId="Web-{0E0558FA-740C-0516-D5A3-0F4605026E40}" dt="2024-10-07T18:45:20.360" v="75" actId="1076"/>
          <ac:picMkLst>
            <pc:docMk/>
            <pc:sldMk cId="0" sldId="256"/>
            <ac:picMk id="24" creationId="{69AE44F2-7EAE-B069-AB2F-02C4C44BDFB5}"/>
          </ac:picMkLst>
        </pc:picChg>
        <pc:picChg chg="del">
          <ac:chgData name="RICARDO ALEJANDRO SANCHEZ" userId="S::rsanchez24@wisc.edu::482a40ac-db42-4e10-b797-3647ed228953" providerId="AD" clId="Web-{0E0558FA-740C-0516-D5A3-0F4605026E40}" dt="2024-10-07T18:40:03.099" v="53"/>
          <ac:picMkLst>
            <pc:docMk/>
            <pc:sldMk cId="0" sldId="256"/>
            <ac:picMk id="27" creationId="{BFDF016B-231A-22C5-6C26-988D353F6FCD}"/>
          </ac:picMkLst>
        </pc:picChg>
        <pc:picChg chg="del">
          <ac:chgData name="RICARDO ALEJANDRO SANCHEZ" userId="S::rsanchez24@wisc.edu::482a40ac-db42-4e10-b797-3647ed228953" providerId="AD" clId="Web-{0E0558FA-740C-0516-D5A3-0F4605026E40}" dt="2024-10-07T18:39:53.302" v="41"/>
          <ac:picMkLst>
            <pc:docMk/>
            <pc:sldMk cId="0" sldId="256"/>
            <ac:picMk id="34" creationId="{47C11458-8E8C-48DC-6746-79DEE4A80F6C}"/>
          </ac:picMkLst>
        </pc:picChg>
        <pc:picChg chg="del">
          <ac:chgData name="RICARDO ALEJANDRO SANCHEZ" userId="S::rsanchez24@wisc.edu::482a40ac-db42-4e10-b797-3647ed228953" providerId="AD" clId="Web-{0E0558FA-740C-0516-D5A3-0F4605026E40}" dt="2024-10-07T18:39:50.599" v="28"/>
          <ac:picMkLst>
            <pc:docMk/>
            <pc:sldMk cId="0" sldId="256"/>
            <ac:picMk id="36" creationId="{C955EDDD-D364-F9C8-95DB-3902511CF608}"/>
          </ac:picMkLst>
        </pc:picChg>
        <pc:picChg chg="del">
          <ac:chgData name="RICARDO ALEJANDRO SANCHEZ" userId="S::rsanchez24@wisc.edu::482a40ac-db42-4e10-b797-3647ed228953" providerId="AD" clId="Web-{0E0558FA-740C-0516-D5A3-0F4605026E40}" dt="2024-10-07T18:39:57.412" v="46"/>
          <ac:picMkLst>
            <pc:docMk/>
            <pc:sldMk cId="0" sldId="256"/>
            <ac:picMk id="1025" creationId="{864F17CF-9206-1BCE-DB26-653975283A8C}"/>
          </ac:picMkLst>
        </pc:picChg>
        <pc:picChg chg="del">
          <ac:chgData name="RICARDO ALEJANDRO SANCHEZ" userId="S::rsanchez24@wisc.edu::482a40ac-db42-4e10-b797-3647ed228953" providerId="AD" clId="Web-{0E0558FA-740C-0516-D5A3-0F4605026E40}" dt="2024-10-07T18:39:57.412" v="45"/>
          <ac:picMkLst>
            <pc:docMk/>
            <pc:sldMk cId="0" sldId="256"/>
            <ac:picMk id="1029" creationId="{0336CFDF-B7CA-E1CE-4465-BBDD28392866}"/>
          </ac:picMkLst>
        </pc:picChg>
        <pc:picChg chg="del">
          <ac:chgData name="RICARDO ALEJANDRO SANCHEZ" userId="S::rsanchez24@wisc.edu::482a40ac-db42-4e10-b797-3647ed228953" providerId="AD" clId="Web-{0E0558FA-740C-0516-D5A3-0F4605026E40}" dt="2024-10-07T18:39:50.599" v="32"/>
          <ac:picMkLst>
            <pc:docMk/>
            <pc:sldMk cId="0" sldId="256"/>
            <ac:picMk id="1045" creationId="{140C5F14-E20F-5127-2EEA-81E4700EF8EB}"/>
          </ac:picMkLst>
        </pc:picChg>
        <pc:picChg chg="del">
          <ac:chgData name="RICARDO ALEJANDRO SANCHEZ" userId="S::rsanchez24@wisc.edu::482a40ac-db42-4e10-b797-3647ed228953" providerId="AD" clId="Web-{0E0558FA-740C-0516-D5A3-0F4605026E40}" dt="2024-10-07T18:39:50.599" v="31"/>
          <ac:picMkLst>
            <pc:docMk/>
            <pc:sldMk cId="0" sldId="256"/>
            <ac:picMk id="1048" creationId="{D625A114-1431-0542-749B-199AC28EE553}"/>
          </ac:picMkLst>
        </pc:picChg>
        <pc:picChg chg="del">
          <ac:chgData name="RICARDO ALEJANDRO SANCHEZ" userId="S::rsanchez24@wisc.edu::482a40ac-db42-4e10-b797-3647ed228953" providerId="AD" clId="Web-{0E0558FA-740C-0516-D5A3-0F4605026E40}" dt="2024-10-07T18:40:00.662" v="51"/>
          <ac:picMkLst>
            <pc:docMk/>
            <pc:sldMk cId="0" sldId="256"/>
            <ac:picMk id="1049" creationId="{1C01E036-1803-5EE7-603D-3311D1369C3B}"/>
          </ac:picMkLst>
        </pc:picChg>
        <pc:cxnChg chg="del">
          <ac:chgData name="RICARDO ALEJANDRO SANCHEZ" userId="S::rsanchez24@wisc.edu::482a40ac-db42-4e10-b797-3647ed228953" providerId="AD" clId="Web-{0E0558FA-740C-0516-D5A3-0F4605026E40}" dt="2024-10-07T18:39:57.412" v="47"/>
          <ac:cxnSpMkLst>
            <pc:docMk/>
            <pc:sldMk cId="0" sldId="256"/>
            <ac:cxnSpMk id="95" creationId="{00000000-0000-0000-0000-000000000000}"/>
          </ac:cxnSpMkLst>
        </pc:cxnChg>
        <pc:cxnChg chg="del">
          <ac:chgData name="RICARDO ALEJANDRO SANCHEZ" userId="S::rsanchez24@wisc.edu::482a40ac-db42-4e10-b797-3647ed228953" providerId="AD" clId="Web-{0E0558FA-740C-0516-D5A3-0F4605026E40}" dt="2024-10-07T18:39:50.599" v="36"/>
          <ac:cxnSpMkLst>
            <pc:docMk/>
            <pc:sldMk cId="0" sldId="256"/>
            <ac:cxnSpMk id="96"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37840" cy="463550"/>
          </a:xfrm>
          <a:prstGeom prst="rect">
            <a:avLst/>
          </a:prstGeom>
          <a:noFill/>
          <a:ln>
            <a:noFill/>
          </a:ln>
        </p:spPr>
        <p:txBody>
          <a:bodyPr spcFirstLastPara="1" wrap="square" lIns="92275" tIns="46125" rIns="92275" bIns="4612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93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93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93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93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93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93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93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93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0938" y="1"/>
            <a:ext cx="3037840" cy="463550"/>
          </a:xfrm>
          <a:prstGeom prst="rect">
            <a:avLst/>
          </a:prstGeom>
          <a:noFill/>
          <a:ln>
            <a:noFill/>
          </a:ln>
        </p:spPr>
        <p:txBody>
          <a:bodyPr spcFirstLastPara="1" wrap="square" lIns="92275" tIns="46125" rIns="92275" bIns="4612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93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93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93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93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93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93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93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93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751013" y="1154113"/>
            <a:ext cx="35083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45001"/>
            <a:ext cx="5608320" cy="3636963"/>
          </a:xfrm>
          <a:prstGeom prst="rect">
            <a:avLst/>
          </a:prstGeom>
          <a:noFill/>
          <a:ln>
            <a:noFill/>
          </a:ln>
        </p:spPr>
        <p:txBody>
          <a:bodyPr spcFirstLastPara="1" wrap="square" lIns="92275" tIns="46125" rIns="92275" bIns="46125" anchor="t" anchorCtr="0"/>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525"/>
            <a:ext cx="3037840" cy="463550"/>
          </a:xfrm>
          <a:prstGeom prst="rect">
            <a:avLst/>
          </a:prstGeom>
          <a:noFill/>
          <a:ln>
            <a:noFill/>
          </a:ln>
        </p:spPr>
        <p:txBody>
          <a:bodyPr spcFirstLastPara="1" wrap="square" lIns="92275" tIns="46125" rIns="92275" bIns="4612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93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93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93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93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93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93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93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93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0938" y="8772525"/>
            <a:ext cx="3037840" cy="463550"/>
          </a:xfrm>
          <a:prstGeom prst="rect">
            <a:avLst/>
          </a:prstGeom>
          <a:noFill/>
          <a:ln>
            <a:noFill/>
          </a:ln>
        </p:spPr>
        <p:txBody>
          <a:bodyPr spcFirstLastPara="1" wrap="square" lIns="92275" tIns="46125" rIns="92275" bIns="461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751013" y="1154113"/>
            <a:ext cx="3508375" cy="31178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6" name="Google Shape;86;p1:notes"/>
          <p:cNvSpPr txBox="1">
            <a:spLocks noGrp="1"/>
          </p:cNvSpPr>
          <p:nvPr>
            <p:ph type="body" idx="1"/>
          </p:nvPr>
        </p:nvSpPr>
        <p:spPr>
          <a:xfrm>
            <a:off x="701040" y="4445001"/>
            <a:ext cx="5608320" cy="3636963"/>
          </a:xfrm>
          <a:prstGeom prst="rect">
            <a:avLst/>
          </a:prstGeom>
          <a:noFill/>
          <a:ln>
            <a:noFill/>
          </a:ln>
        </p:spPr>
        <p:txBody>
          <a:bodyPr spcFirstLastPara="1" wrap="square" lIns="92275" tIns="46125" rIns="92275" bIns="46125"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87" name="Google Shape;87;p1:notes"/>
          <p:cNvSpPr txBox="1">
            <a:spLocks noGrp="1"/>
          </p:cNvSpPr>
          <p:nvPr>
            <p:ph type="sldNum" idx="12"/>
          </p:nvPr>
        </p:nvSpPr>
        <p:spPr>
          <a:xfrm>
            <a:off x="3970938" y="8772525"/>
            <a:ext cx="3037840" cy="463550"/>
          </a:xfrm>
          <a:prstGeom prst="rect">
            <a:avLst/>
          </a:prstGeom>
          <a:noFill/>
          <a:ln>
            <a:noFill/>
          </a:ln>
        </p:spPr>
        <p:txBody>
          <a:bodyPr spcFirstLastPara="1" wrap="square" lIns="92275" tIns="46125" rIns="92275" bIns="46125"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1</a:t>
            </a:fld>
            <a:endParaRPr sz="1200" b="0" u="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3086698" y="11361737"/>
            <a:ext cx="34974608" cy="7840663"/>
          </a:xfrm>
          <a:prstGeom prst="rect">
            <a:avLst/>
          </a:prstGeom>
          <a:noFill/>
          <a:ln>
            <a:noFill/>
          </a:ln>
        </p:spPr>
        <p:txBody>
          <a:bodyPr spcFirstLastPara="1" wrap="square" lIns="470250" tIns="235125" rIns="470250" bIns="235125" anchor="ctr" anchorCtr="0"/>
          <a:lstStyle>
            <a:lvl1pPr marR="0" lvl="0" algn="ctr" rtl="0">
              <a:spcBef>
                <a:spcPts val="0"/>
              </a:spcBef>
              <a:spcAft>
                <a:spcPts val="0"/>
              </a:spcAft>
              <a:buSzPts val="1400"/>
              <a:buNone/>
              <a:defRPr sz="19653"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17" name="Google Shape;17;p2"/>
          <p:cNvSpPr txBox="1">
            <a:spLocks noGrp="1"/>
          </p:cNvSpPr>
          <p:nvPr>
            <p:ph type="subTitle" idx="1"/>
          </p:nvPr>
        </p:nvSpPr>
        <p:spPr>
          <a:xfrm>
            <a:off x="6171903" y="20726400"/>
            <a:ext cx="28804195" cy="9347200"/>
          </a:xfrm>
          <a:prstGeom prst="rect">
            <a:avLst/>
          </a:prstGeom>
          <a:noFill/>
          <a:ln>
            <a:noFill/>
          </a:ln>
        </p:spPr>
        <p:txBody>
          <a:bodyPr spcFirstLastPara="1" wrap="square" lIns="470250" tIns="235125" rIns="470250" bIns="235125" anchor="t" anchorCtr="0"/>
          <a:lstStyle>
            <a:lvl1pPr marR="0" lvl="0" algn="ctr" rtl="0">
              <a:spcBef>
                <a:spcPts val="2869"/>
              </a:spcBef>
              <a:spcAft>
                <a:spcPts val="0"/>
              </a:spcAft>
              <a:buClr>
                <a:schemeClr val="dk1"/>
              </a:buClr>
              <a:buSzPts val="16500"/>
              <a:buFont typeface="Arial"/>
              <a:buNone/>
              <a:defRPr sz="14349" b="0" i="0" u="none" strike="noStrike" cap="none">
                <a:solidFill>
                  <a:schemeClr val="dk1"/>
                </a:solidFill>
                <a:latin typeface="Arial"/>
                <a:ea typeface="Arial"/>
                <a:cs typeface="Arial"/>
                <a:sym typeface="Arial"/>
              </a:defRPr>
            </a:lvl1pPr>
            <a:lvl2pPr marR="0" lvl="1" algn="ctr" rtl="0">
              <a:spcBef>
                <a:spcPts val="2504"/>
              </a:spcBef>
              <a:spcAft>
                <a:spcPts val="0"/>
              </a:spcAft>
              <a:buClr>
                <a:schemeClr val="dk1"/>
              </a:buClr>
              <a:buSzPts val="14400"/>
              <a:buFont typeface="Arial"/>
              <a:buNone/>
              <a:defRPr sz="12522" b="0" i="0" u="none" strike="noStrike" cap="none">
                <a:solidFill>
                  <a:schemeClr val="dk1"/>
                </a:solidFill>
                <a:latin typeface="Arial"/>
                <a:ea typeface="Arial"/>
                <a:cs typeface="Arial"/>
                <a:sym typeface="Arial"/>
              </a:defRPr>
            </a:lvl2pPr>
            <a:lvl3pPr marR="0" lvl="2" algn="ctr" rtl="0">
              <a:spcBef>
                <a:spcPts val="2140"/>
              </a:spcBef>
              <a:spcAft>
                <a:spcPts val="0"/>
              </a:spcAft>
              <a:buClr>
                <a:schemeClr val="dk1"/>
              </a:buClr>
              <a:buSzPts val="12300"/>
              <a:buFont typeface="Arial"/>
              <a:buNone/>
              <a:defRPr sz="10696" b="0" i="0" u="none" strike="noStrike" cap="none">
                <a:solidFill>
                  <a:schemeClr val="dk1"/>
                </a:solidFill>
                <a:latin typeface="Arial"/>
                <a:ea typeface="Arial"/>
                <a:cs typeface="Arial"/>
                <a:sym typeface="Arial"/>
              </a:defRPr>
            </a:lvl3pPr>
            <a:lvl4pPr marR="0" lvl="3" algn="ctr" rtl="0">
              <a:spcBef>
                <a:spcPts val="1791"/>
              </a:spcBef>
              <a:spcAft>
                <a:spcPts val="0"/>
              </a:spcAft>
              <a:buClr>
                <a:schemeClr val="dk1"/>
              </a:buClr>
              <a:buSzPts val="10300"/>
              <a:buFont typeface="Arial"/>
              <a:buNone/>
              <a:defRPr sz="8958" b="0" i="0" u="none" strike="noStrike" cap="none">
                <a:solidFill>
                  <a:schemeClr val="dk1"/>
                </a:solidFill>
                <a:latin typeface="Arial"/>
                <a:ea typeface="Arial"/>
                <a:cs typeface="Arial"/>
                <a:sym typeface="Arial"/>
              </a:defRPr>
            </a:lvl4pPr>
            <a:lvl5pPr marR="0" lvl="4" algn="ctr" rtl="0">
              <a:spcBef>
                <a:spcPts val="1791"/>
              </a:spcBef>
              <a:spcAft>
                <a:spcPts val="0"/>
              </a:spcAft>
              <a:buClr>
                <a:schemeClr val="dk1"/>
              </a:buClr>
              <a:buSzPts val="10300"/>
              <a:buFont typeface="Arial"/>
              <a:buNone/>
              <a:defRPr sz="8958" b="0" i="0" u="none" strike="noStrike" cap="none">
                <a:solidFill>
                  <a:schemeClr val="dk1"/>
                </a:solidFill>
                <a:latin typeface="Arial"/>
                <a:ea typeface="Arial"/>
                <a:cs typeface="Arial"/>
                <a:sym typeface="Arial"/>
              </a:defRPr>
            </a:lvl5pPr>
            <a:lvl6pPr marR="0" lvl="5" algn="ctr" rtl="0">
              <a:spcBef>
                <a:spcPts val="1791"/>
              </a:spcBef>
              <a:spcAft>
                <a:spcPts val="0"/>
              </a:spcAft>
              <a:buClr>
                <a:schemeClr val="dk1"/>
              </a:buClr>
              <a:buSzPts val="10300"/>
              <a:buFont typeface="Arial"/>
              <a:buNone/>
              <a:defRPr sz="8958" b="0" i="0" u="none" strike="noStrike" cap="none">
                <a:solidFill>
                  <a:schemeClr val="dk1"/>
                </a:solidFill>
                <a:latin typeface="Arial"/>
                <a:ea typeface="Arial"/>
                <a:cs typeface="Arial"/>
                <a:sym typeface="Arial"/>
              </a:defRPr>
            </a:lvl6pPr>
            <a:lvl7pPr marR="0" lvl="6" algn="ctr" rtl="0">
              <a:spcBef>
                <a:spcPts val="1791"/>
              </a:spcBef>
              <a:spcAft>
                <a:spcPts val="0"/>
              </a:spcAft>
              <a:buClr>
                <a:schemeClr val="dk1"/>
              </a:buClr>
              <a:buSzPts val="10300"/>
              <a:buFont typeface="Arial"/>
              <a:buNone/>
              <a:defRPr sz="8958" b="0" i="0" u="none" strike="noStrike" cap="none">
                <a:solidFill>
                  <a:schemeClr val="dk1"/>
                </a:solidFill>
                <a:latin typeface="Arial"/>
                <a:ea typeface="Arial"/>
                <a:cs typeface="Arial"/>
                <a:sym typeface="Arial"/>
              </a:defRPr>
            </a:lvl7pPr>
            <a:lvl8pPr marR="0" lvl="7" algn="ctr" rtl="0">
              <a:spcBef>
                <a:spcPts val="1791"/>
              </a:spcBef>
              <a:spcAft>
                <a:spcPts val="0"/>
              </a:spcAft>
              <a:buClr>
                <a:schemeClr val="dk1"/>
              </a:buClr>
              <a:buSzPts val="10300"/>
              <a:buFont typeface="Arial"/>
              <a:buNone/>
              <a:defRPr sz="8958" b="0" i="0" u="none" strike="noStrike" cap="none">
                <a:solidFill>
                  <a:schemeClr val="dk1"/>
                </a:solidFill>
                <a:latin typeface="Arial"/>
                <a:ea typeface="Arial"/>
                <a:cs typeface="Arial"/>
                <a:sym typeface="Arial"/>
              </a:defRPr>
            </a:lvl8pPr>
            <a:lvl9pPr marR="0" lvl="8" algn="ctr" rtl="0">
              <a:spcBef>
                <a:spcPts val="1791"/>
              </a:spcBef>
              <a:spcAft>
                <a:spcPts val="0"/>
              </a:spcAft>
              <a:buClr>
                <a:schemeClr val="dk1"/>
              </a:buClr>
              <a:buSzPts val="10300"/>
              <a:buFont typeface="Arial"/>
              <a:buNone/>
              <a:defRPr sz="8958" b="0" i="0" u="none" strike="noStrike" cap="none">
                <a:solidFill>
                  <a:schemeClr val="dk1"/>
                </a:solidFill>
                <a:latin typeface="Arial"/>
                <a:ea typeface="Arial"/>
                <a:cs typeface="Arial"/>
                <a:sym typeface="Arial"/>
              </a:defRPr>
            </a:lvl9pPr>
          </a:lstStyle>
          <a:p>
            <a:endParaRPr/>
          </a:p>
        </p:txBody>
      </p:sp>
      <p:sp>
        <p:nvSpPr>
          <p:cNvPr id="18" name="Google Shape;18;p2"/>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20" name="Google Shape;20;p2"/>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6261"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6261"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6261"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6261"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6261"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6261"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6261"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6261"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3250410" y="23502938"/>
            <a:ext cx="34976099" cy="72644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3479"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29" name="Google Shape;29;p4"/>
          <p:cNvSpPr txBox="1">
            <a:spLocks noGrp="1"/>
          </p:cNvSpPr>
          <p:nvPr>
            <p:ph type="body" idx="1"/>
          </p:nvPr>
        </p:nvSpPr>
        <p:spPr>
          <a:xfrm>
            <a:off x="3250410" y="15501938"/>
            <a:ext cx="34976099" cy="8001000"/>
          </a:xfrm>
          <a:prstGeom prst="rect">
            <a:avLst/>
          </a:prstGeom>
          <a:noFill/>
          <a:ln>
            <a:noFill/>
          </a:ln>
        </p:spPr>
        <p:txBody>
          <a:bodyPr spcFirstLastPara="1" wrap="square" lIns="470250" tIns="235125" rIns="470250" bIns="235125" anchor="b" anchorCtr="0"/>
          <a:lstStyle>
            <a:lvl1pPr marL="397591" marR="0" lvl="0" indent="-198795" algn="l" rtl="0">
              <a:spcBef>
                <a:spcPts val="348"/>
              </a:spcBef>
              <a:spcAft>
                <a:spcPts val="0"/>
              </a:spcAft>
              <a:buClr>
                <a:schemeClr val="dk1"/>
              </a:buClr>
              <a:buSzPts val="2000"/>
              <a:buFont typeface="Arial"/>
              <a:buNone/>
              <a:defRPr sz="1739" b="0" i="0" u="none" strike="noStrike" cap="none">
                <a:solidFill>
                  <a:schemeClr val="dk1"/>
                </a:solidFill>
                <a:latin typeface="Arial"/>
                <a:ea typeface="Arial"/>
                <a:cs typeface="Arial"/>
                <a:sym typeface="Arial"/>
              </a:defRPr>
            </a:lvl1pPr>
            <a:lvl2pPr marL="795182" marR="0" lvl="1" indent="-198795" algn="l" rtl="0">
              <a:spcBef>
                <a:spcPts val="313"/>
              </a:spcBef>
              <a:spcAft>
                <a:spcPts val="0"/>
              </a:spcAft>
              <a:buClr>
                <a:schemeClr val="dk1"/>
              </a:buClr>
              <a:buSzPts val="1800"/>
              <a:buFont typeface="Arial"/>
              <a:buNone/>
              <a:defRPr sz="1565" b="0" i="0" u="none" strike="noStrike" cap="none">
                <a:solidFill>
                  <a:schemeClr val="dk1"/>
                </a:solidFill>
                <a:latin typeface="Arial"/>
                <a:ea typeface="Arial"/>
                <a:cs typeface="Arial"/>
                <a:sym typeface="Arial"/>
              </a:defRPr>
            </a:lvl2pPr>
            <a:lvl3pPr marL="1192773" marR="0" lvl="2" indent="-198795" algn="l" rtl="0">
              <a:spcBef>
                <a:spcPts val="278"/>
              </a:spcBef>
              <a:spcAft>
                <a:spcPts val="0"/>
              </a:spcAft>
              <a:buClr>
                <a:schemeClr val="dk1"/>
              </a:buClr>
              <a:buSzPts val="1600"/>
              <a:buFont typeface="Arial"/>
              <a:buNone/>
              <a:defRPr sz="1391" b="0" i="0" u="none" strike="noStrike" cap="none">
                <a:solidFill>
                  <a:schemeClr val="dk1"/>
                </a:solidFill>
                <a:latin typeface="Arial"/>
                <a:ea typeface="Arial"/>
                <a:cs typeface="Arial"/>
                <a:sym typeface="Arial"/>
              </a:defRPr>
            </a:lvl3pPr>
            <a:lvl4pPr marL="1590365" marR="0" lvl="3"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4pPr>
            <a:lvl5pPr marL="1987955" marR="0" lvl="4"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5pPr>
            <a:lvl6pPr marL="2385546" marR="0" lvl="5"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6pPr>
            <a:lvl7pPr marL="2783138" marR="0" lvl="6"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7pPr>
            <a:lvl8pPr marL="3180729" marR="0" lvl="7"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8pPr>
            <a:lvl9pPr marL="3578320" marR="0" lvl="8"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31" name="Google Shape;31;p4"/>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32" name="Google Shape;32;p4"/>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2056806" y="1465263"/>
            <a:ext cx="37034392" cy="6096000"/>
          </a:xfrm>
          <a:prstGeom prst="rect">
            <a:avLst/>
          </a:prstGeom>
          <a:noFill/>
          <a:ln>
            <a:noFill/>
          </a:ln>
        </p:spPr>
        <p:txBody>
          <a:bodyPr spcFirstLastPara="1" wrap="square" lIns="470250" tIns="235125" rIns="470250" bIns="235125" anchor="ctr" anchorCtr="0"/>
          <a:lstStyle>
            <a:lvl1pPr marR="0" lvl="0" algn="ctr" rtl="0">
              <a:spcBef>
                <a:spcPts val="0"/>
              </a:spcBef>
              <a:spcAft>
                <a:spcPts val="0"/>
              </a:spcAft>
              <a:buSzPts val="1400"/>
              <a:buNone/>
              <a:defRPr sz="19653"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35" name="Google Shape;35;p5"/>
          <p:cNvSpPr txBox="1">
            <a:spLocks noGrp="1"/>
          </p:cNvSpPr>
          <p:nvPr>
            <p:ph type="body" idx="1"/>
          </p:nvPr>
        </p:nvSpPr>
        <p:spPr>
          <a:xfrm>
            <a:off x="2056808" y="8534400"/>
            <a:ext cx="18445758" cy="24137938"/>
          </a:xfrm>
          <a:prstGeom prst="rect">
            <a:avLst/>
          </a:prstGeom>
          <a:noFill/>
          <a:ln>
            <a:noFill/>
          </a:ln>
        </p:spPr>
        <p:txBody>
          <a:bodyPr spcFirstLastPara="1" wrap="square" lIns="470250" tIns="235125" rIns="470250" bIns="235125" anchor="t" anchorCtr="0"/>
          <a:lstStyle>
            <a:lvl1pPr marL="397591" marR="0" lvl="0" indent="-353414" algn="l" rtl="0">
              <a:spcBef>
                <a:spcPts val="487"/>
              </a:spcBef>
              <a:spcAft>
                <a:spcPts val="0"/>
              </a:spcAft>
              <a:buClr>
                <a:schemeClr val="dk1"/>
              </a:buClr>
              <a:buSzPts val="2800"/>
              <a:buFont typeface="Arial"/>
              <a:buChar char="•"/>
              <a:defRPr sz="2435" b="0" i="0" u="none" strike="noStrike" cap="none">
                <a:solidFill>
                  <a:schemeClr val="dk1"/>
                </a:solidFill>
                <a:latin typeface="Arial"/>
                <a:ea typeface="Arial"/>
                <a:cs typeface="Arial"/>
                <a:sym typeface="Arial"/>
              </a:defRPr>
            </a:lvl1pPr>
            <a:lvl2pPr marL="795182" marR="0" lvl="1" indent="-331326" algn="l" rtl="0">
              <a:spcBef>
                <a:spcPts val="418"/>
              </a:spcBef>
              <a:spcAft>
                <a:spcPts val="0"/>
              </a:spcAft>
              <a:buClr>
                <a:schemeClr val="dk1"/>
              </a:buClr>
              <a:buSzPts val="2400"/>
              <a:buFont typeface="Arial"/>
              <a:buChar char="–"/>
              <a:defRPr sz="2087" b="0" i="0" u="none" strike="noStrike" cap="none">
                <a:solidFill>
                  <a:schemeClr val="dk1"/>
                </a:solidFill>
                <a:latin typeface="Arial"/>
                <a:ea typeface="Arial"/>
                <a:cs typeface="Arial"/>
                <a:sym typeface="Arial"/>
              </a:defRPr>
            </a:lvl2pPr>
            <a:lvl3pPr marL="1192773" marR="0" lvl="2"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3pPr>
            <a:lvl4pPr marL="1590365" marR="0" lvl="3"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4pPr>
            <a:lvl5pPr marL="1987955" marR="0" lvl="4"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5pPr>
            <a:lvl6pPr marL="2385546" marR="0" lvl="5"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6pPr>
            <a:lvl7pPr marL="2783138" marR="0" lvl="6"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7pPr>
            <a:lvl8pPr marL="3180729" marR="0" lvl="7"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8pPr>
            <a:lvl9pPr marL="3578320" marR="0" lvl="8"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9pPr>
          </a:lstStyle>
          <a:p>
            <a:endParaRPr/>
          </a:p>
        </p:txBody>
      </p:sp>
      <p:sp>
        <p:nvSpPr>
          <p:cNvPr id="36" name="Google Shape;36;p5"/>
          <p:cNvSpPr txBox="1">
            <a:spLocks noGrp="1"/>
          </p:cNvSpPr>
          <p:nvPr>
            <p:ph type="body" idx="2"/>
          </p:nvPr>
        </p:nvSpPr>
        <p:spPr>
          <a:xfrm>
            <a:off x="20645440" y="8534400"/>
            <a:ext cx="18445758" cy="24137938"/>
          </a:xfrm>
          <a:prstGeom prst="rect">
            <a:avLst/>
          </a:prstGeom>
          <a:noFill/>
          <a:ln>
            <a:noFill/>
          </a:ln>
        </p:spPr>
        <p:txBody>
          <a:bodyPr spcFirstLastPara="1" wrap="square" lIns="470250" tIns="235125" rIns="470250" bIns="235125" anchor="t" anchorCtr="0"/>
          <a:lstStyle>
            <a:lvl1pPr marL="397591" marR="0" lvl="0" indent="-353414" algn="l" rtl="0">
              <a:spcBef>
                <a:spcPts val="487"/>
              </a:spcBef>
              <a:spcAft>
                <a:spcPts val="0"/>
              </a:spcAft>
              <a:buClr>
                <a:schemeClr val="dk1"/>
              </a:buClr>
              <a:buSzPts val="2800"/>
              <a:buFont typeface="Arial"/>
              <a:buChar char="•"/>
              <a:defRPr sz="2435" b="0" i="0" u="none" strike="noStrike" cap="none">
                <a:solidFill>
                  <a:schemeClr val="dk1"/>
                </a:solidFill>
                <a:latin typeface="Arial"/>
                <a:ea typeface="Arial"/>
                <a:cs typeface="Arial"/>
                <a:sym typeface="Arial"/>
              </a:defRPr>
            </a:lvl1pPr>
            <a:lvl2pPr marL="795182" marR="0" lvl="1" indent="-331326" algn="l" rtl="0">
              <a:spcBef>
                <a:spcPts val="418"/>
              </a:spcBef>
              <a:spcAft>
                <a:spcPts val="0"/>
              </a:spcAft>
              <a:buClr>
                <a:schemeClr val="dk1"/>
              </a:buClr>
              <a:buSzPts val="2400"/>
              <a:buFont typeface="Arial"/>
              <a:buChar char="–"/>
              <a:defRPr sz="2087" b="0" i="0" u="none" strike="noStrike" cap="none">
                <a:solidFill>
                  <a:schemeClr val="dk1"/>
                </a:solidFill>
                <a:latin typeface="Arial"/>
                <a:ea typeface="Arial"/>
                <a:cs typeface="Arial"/>
                <a:sym typeface="Arial"/>
              </a:defRPr>
            </a:lvl2pPr>
            <a:lvl3pPr marL="1192773" marR="0" lvl="2"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3pPr>
            <a:lvl4pPr marL="1590365" marR="0" lvl="3"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4pPr>
            <a:lvl5pPr marL="1987955" marR="0" lvl="4"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5pPr>
            <a:lvl6pPr marL="2385546" marR="0" lvl="5"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6pPr>
            <a:lvl7pPr marL="2783138" marR="0" lvl="6"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7pPr>
            <a:lvl8pPr marL="3180729" marR="0" lvl="7"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8pPr>
            <a:lvl9pPr marL="3578320" marR="0" lvl="8"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9pPr>
          </a:lstStyle>
          <a:p>
            <a:endParaRPr/>
          </a:p>
        </p:txBody>
      </p:sp>
      <p:sp>
        <p:nvSpPr>
          <p:cNvPr id="37" name="Google Shape;37;p5"/>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38" name="Google Shape;38;p5"/>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39" name="Google Shape;39;p5"/>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056806" y="1465263"/>
            <a:ext cx="37034392" cy="6096000"/>
          </a:xfrm>
          <a:prstGeom prst="rect">
            <a:avLst/>
          </a:prstGeom>
          <a:noFill/>
          <a:ln>
            <a:noFill/>
          </a:ln>
        </p:spPr>
        <p:txBody>
          <a:bodyPr spcFirstLastPara="1" wrap="square" lIns="470250" tIns="235125" rIns="470250" bIns="235125" anchor="ctr" anchorCtr="0"/>
          <a:lstStyle>
            <a:lvl1pPr marR="0" lvl="0" algn="ctr" rtl="0">
              <a:spcBef>
                <a:spcPts val="0"/>
              </a:spcBef>
              <a:spcAft>
                <a:spcPts val="0"/>
              </a:spcAft>
              <a:buSzPts val="1400"/>
              <a:buNone/>
              <a:defRPr sz="19653"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42" name="Google Shape;42;p6"/>
          <p:cNvSpPr txBox="1">
            <a:spLocks noGrp="1"/>
          </p:cNvSpPr>
          <p:nvPr>
            <p:ph type="body" idx="1"/>
          </p:nvPr>
        </p:nvSpPr>
        <p:spPr>
          <a:xfrm>
            <a:off x="2056806" y="8186740"/>
            <a:ext cx="18180844" cy="3413125"/>
          </a:xfrm>
          <a:prstGeom prst="rect">
            <a:avLst/>
          </a:prstGeom>
          <a:noFill/>
          <a:ln>
            <a:noFill/>
          </a:ln>
        </p:spPr>
        <p:txBody>
          <a:bodyPr spcFirstLastPara="1" wrap="square" lIns="470250" tIns="235125" rIns="470250" bIns="235125" anchor="b" anchorCtr="0"/>
          <a:lstStyle>
            <a:lvl1pPr marL="397591" marR="0" lvl="0" indent="-198795" algn="l" rtl="0">
              <a:spcBef>
                <a:spcPts val="418"/>
              </a:spcBef>
              <a:spcAft>
                <a:spcPts val="0"/>
              </a:spcAft>
              <a:buClr>
                <a:schemeClr val="dk1"/>
              </a:buClr>
              <a:buSzPts val="2400"/>
              <a:buFont typeface="Arial"/>
              <a:buNone/>
              <a:defRPr sz="2087" b="1" i="0" u="none" strike="noStrike" cap="none">
                <a:solidFill>
                  <a:schemeClr val="dk1"/>
                </a:solidFill>
                <a:latin typeface="Arial"/>
                <a:ea typeface="Arial"/>
                <a:cs typeface="Arial"/>
                <a:sym typeface="Arial"/>
              </a:defRPr>
            </a:lvl1pPr>
            <a:lvl2pPr marL="795182" marR="0" lvl="1" indent="-198795" algn="l" rtl="0">
              <a:spcBef>
                <a:spcPts val="348"/>
              </a:spcBef>
              <a:spcAft>
                <a:spcPts val="0"/>
              </a:spcAft>
              <a:buClr>
                <a:schemeClr val="dk1"/>
              </a:buClr>
              <a:buSzPts val="2000"/>
              <a:buFont typeface="Arial"/>
              <a:buNone/>
              <a:defRPr sz="1739" b="1" i="0" u="none" strike="noStrike" cap="none">
                <a:solidFill>
                  <a:schemeClr val="dk1"/>
                </a:solidFill>
                <a:latin typeface="Arial"/>
                <a:ea typeface="Arial"/>
                <a:cs typeface="Arial"/>
                <a:sym typeface="Arial"/>
              </a:defRPr>
            </a:lvl2pPr>
            <a:lvl3pPr marL="1192773" marR="0" lvl="2" indent="-198795" algn="l" rtl="0">
              <a:spcBef>
                <a:spcPts val="313"/>
              </a:spcBef>
              <a:spcAft>
                <a:spcPts val="0"/>
              </a:spcAft>
              <a:buClr>
                <a:schemeClr val="dk1"/>
              </a:buClr>
              <a:buSzPts val="1800"/>
              <a:buFont typeface="Arial"/>
              <a:buNone/>
              <a:defRPr sz="1565" b="1" i="0" u="none" strike="noStrike" cap="none">
                <a:solidFill>
                  <a:schemeClr val="dk1"/>
                </a:solidFill>
                <a:latin typeface="Arial"/>
                <a:ea typeface="Arial"/>
                <a:cs typeface="Arial"/>
                <a:sym typeface="Arial"/>
              </a:defRPr>
            </a:lvl3pPr>
            <a:lvl4pPr marL="1590365" marR="0" lvl="3"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4pPr>
            <a:lvl5pPr marL="1987955" marR="0" lvl="4"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5pPr>
            <a:lvl6pPr marL="2385546" marR="0" lvl="5"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6pPr>
            <a:lvl7pPr marL="2783138" marR="0" lvl="6"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7pPr>
            <a:lvl8pPr marL="3180729" marR="0" lvl="7"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8pPr>
            <a:lvl9pPr marL="3578320" marR="0" lvl="8"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9pPr>
          </a:lstStyle>
          <a:p>
            <a:endParaRPr/>
          </a:p>
        </p:txBody>
      </p:sp>
      <p:sp>
        <p:nvSpPr>
          <p:cNvPr id="43" name="Google Shape;43;p6"/>
          <p:cNvSpPr txBox="1">
            <a:spLocks noGrp="1"/>
          </p:cNvSpPr>
          <p:nvPr>
            <p:ph type="body" idx="2"/>
          </p:nvPr>
        </p:nvSpPr>
        <p:spPr>
          <a:xfrm>
            <a:off x="2056806" y="11599865"/>
            <a:ext cx="18180844" cy="21072475"/>
          </a:xfrm>
          <a:prstGeom prst="rect">
            <a:avLst/>
          </a:prstGeom>
          <a:noFill/>
          <a:ln>
            <a:noFill/>
          </a:ln>
        </p:spPr>
        <p:txBody>
          <a:bodyPr spcFirstLastPara="1" wrap="square" lIns="470250" tIns="235125" rIns="470250" bIns="235125" anchor="t" anchorCtr="0"/>
          <a:lstStyle>
            <a:lvl1pPr marL="397591" marR="0" lvl="0" indent="-331326" algn="l" rtl="0">
              <a:spcBef>
                <a:spcPts val="418"/>
              </a:spcBef>
              <a:spcAft>
                <a:spcPts val="0"/>
              </a:spcAft>
              <a:buClr>
                <a:schemeClr val="dk1"/>
              </a:buClr>
              <a:buSzPts val="2400"/>
              <a:buFont typeface="Arial"/>
              <a:buChar char="•"/>
              <a:defRPr sz="2087" b="0" i="0" u="none" strike="noStrike" cap="none">
                <a:solidFill>
                  <a:schemeClr val="dk1"/>
                </a:solidFill>
                <a:latin typeface="Arial"/>
                <a:ea typeface="Arial"/>
                <a:cs typeface="Arial"/>
                <a:sym typeface="Arial"/>
              </a:defRPr>
            </a:lvl1pPr>
            <a:lvl2pPr marL="795182" marR="0" lvl="1"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2pPr>
            <a:lvl3pPr marL="1192773" marR="0" lvl="2"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3pPr>
            <a:lvl4pPr marL="1590365" marR="0" lvl="3"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4pPr>
            <a:lvl5pPr marL="1987955" marR="0" lvl="4"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5pPr>
            <a:lvl6pPr marL="2385546" marR="0" lvl="5"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6pPr>
            <a:lvl7pPr marL="2783138" marR="0" lvl="6"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7pPr>
            <a:lvl8pPr marL="3180729" marR="0" lvl="7"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8pPr>
            <a:lvl9pPr marL="3578320" marR="0" lvl="8"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9pPr>
          </a:lstStyle>
          <a:p>
            <a:endParaRPr/>
          </a:p>
        </p:txBody>
      </p:sp>
      <p:sp>
        <p:nvSpPr>
          <p:cNvPr id="44" name="Google Shape;44;p6"/>
          <p:cNvSpPr txBox="1">
            <a:spLocks noGrp="1"/>
          </p:cNvSpPr>
          <p:nvPr>
            <p:ph type="body" idx="3"/>
          </p:nvPr>
        </p:nvSpPr>
        <p:spPr>
          <a:xfrm>
            <a:off x="20902914" y="8186740"/>
            <a:ext cx="18188285" cy="3413125"/>
          </a:xfrm>
          <a:prstGeom prst="rect">
            <a:avLst/>
          </a:prstGeom>
          <a:noFill/>
          <a:ln>
            <a:noFill/>
          </a:ln>
        </p:spPr>
        <p:txBody>
          <a:bodyPr spcFirstLastPara="1" wrap="square" lIns="470250" tIns="235125" rIns="470250" bIns="235125" anchor="b" anchorCtr="0"/>
          <a:lstStyle>
            <a:lvl1pPr marL="397591" marR="0" lvl="0" indent="-198795" algn="l" rtl="0">
              <a:spcBef>
                <a:spcPts val="418"/>
              </a:spcBef>
              <a:spcAft>
                <a:spcPts val="0"/>
              </a:spcAft>
              <a:buClr>
                <a:schemeClr val="dk1"/>
              </a:buClr>
              <a:buSzPts val="2400"/>
              <a:buFont typeface="Arial"/>
              <a:buNone/>
              <a:defRPr sz="2087" b="1" i="0" u="none" strike="noStrike" cap="none">
                <a:solidFill>
                  <a:schemeClr val="dk1"/>
                </a:solidFill>
                <a:latin typeface="Arial"/>
                <a:ea typeface="Arial"/>
                <a:cs typeface="Arial"/>
                <a:sym typeface="Arial"/>
              </a:defRPr>
            </a:lvl1pPr>
            <a:lvl2pPr marL="795182" marR="0" lvl="1" indent="-198795" algn="l" rtl="0">
              <a:spcBef>
                <a:spcPts val="348"/>
              </a:spcBef>
              <a:spcAft>
                <a:spcPts val="0"/>
              </a:spcAft>
              <a:buClr>
                <a:schemeClr val="dk1"/>
              </a:buClr>
              <a:buSzPts val="2000"/>
              <a:buFont typeface="Arial"/>
              <a:buNone/>
              <a:defRPr sz="1739" b="1" i="0" u="none" strike="noStrike" cap="none">
                <a:solidFill>
                  <a:schemeClr val="dk1"/>
                </a:solidFill>
                <a:latin typeface="Arial"/>
                <a:ea typeface="Arial"/>
                <a:cs typeface="Arial"/>
                <a:sym typeface="Arial"/>
              </a:defRPr>
            </a:lvl2pPr>
            <a:lvl3pPr marL="1192773" marR="0" lvl="2" indent="-198795" algn="l" rtl="0">
              <a:spcBef>
                <a:spcPts val="313"/>
              </a:spcBef>
              <a:spcAft>
                <a:spcPts val="0"/>
              </a:spcAft>
              <a:buClr>
                <a:schemeClr val="dk1"/>
              </a:buClr>
              <a:buSzPts val="1800"/>
              <a:buFont typeface="Arial"/>
              <a:buNone/>
              <a:defRPr sz="1565" b="1" i="0" u="none" strike="noStrike" cap="none">
                <a:solidFill>
                  <a:schemeClr val="dk1"/>
                </a:solidFill>
                <a:latin typeface="Arial"/>
                <a:ea typeface="Arial"/>
                <a:cs typeface="Arial"/>
                <a:sym typeface="Arial"/>
              </a:defRPr>
            </a:lvl3pPr>
            <a:lvl4pPr marL="1590365" marR="0" lvl="3"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4pPr>
            <a:lvl5pPr marL="1987955" marR="0" lvl="4"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5pPr>
            <a:lvl6pPr marL="2385546" marR="0" lvl="5"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6pPr>
            <a:lvl7pPr marL="2783138" marR="0" lvl="6"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7pPr>
            <a:lvl8pPr marL="3180729" marR="0" lvl="7"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8pPr>
            <a:lvl9pPr marL="3578320" marR="0" lvl="8" indent="-198795" algn="l" rtl="0">
              <a:spcBef>
                <a:spcPts val="278"/>
              </a:spcBef>
              <a:spcAft>
                <a:spcPts val="0"/>
              </a:spcAft>
              <a:buClr>
                <a:schemeClr val="dk1"/>
              </a:buClr>
              <a:buSzPts val="1600"/>
              <a:buFont typeface="Arial"/>
              <a:buNone/>
              <a:defRPr sz="1391" b="1" i="0" u="none" strike="noStrike" cap="none">
                <a:solidFill>
                  <a:schemeClr val="dk1"/>
                </a:solidFill>
                <a:latin typeface="Arial"/>
                <a:ea typeface="Arial"/>
                <a:cs typeface="Arial"/>
                <a:sym typeface="Arial"/>
              </a:defRPr>
            </a:lvl9pPr>
          </a:lstStyle>
          <a:p>
            <a:endParaRPr/>
          </a:p>
        </p:txBody>
      </p:sp>
      <p:sp>
        <p:nvSpPr>
          <p:cNvPr id="45" name="Google Shape;45;p6"/>
          <p:cNvSpPr txBox="1">
            <a:spLocks noGrp="1"/>
          </p:cNvSpPr>
          <p:nvPr>
            <p:ph type="body" idx="4"/>
          </p:nvPr>
        </p:nvSpPr>
        <p:spPr>
          <a:xfrm>
            <a:off x="20902914" y="11599865"/>
            <a:ext cx="18188285" cy="21072475"/>
          </a:xfrm>
          <a:prstGeom prst="rect">
            <a:avLst/>
          </a:prstGeom>
          <a:noFill/>
          <a:ln>
            <a:noFill/>
          </a:ln>
        </p:spPr>
        <p:txBody>
          <a:bodyPr spcFirstLastPara="1" wrap="square" lIns="470250" tIns="235125" rIns="470250" bIns="235125" anchor="t" anchorCtr="0"/>
          <a:lstStyle>
            <a:lvl1pPr marL="397591" marR="0" lvl="0" indent="-331326" algn="l" rtl="0">
              <a:spcBef>
                <a:spcPts val="418"/>
              </a:spcBef>
              <a:spcAft>
                <a:spcPts val="0"/>
              </a:spcAft>
              <a:buClr>
                <a:schemeClr val="dk1"/>
              </a:buClr>
              <a:buSzPts val="2400"/>
              <a:buFont typeface="Arial"/>
              <a:buChar char="•"/>
              <a:defRPr sz="2087" b="0" i="0" u="none" strike="noStrike" cap="none">
                <a:solidFill>
                  <a:schemeClr val="dk1"/>
                </a:solidFill>
                <a:latin typeface="Arial"/>
                <a:ea typeface="Arial"/>
                <a:cs typeface="Arial"/>
                <a:sym typeface="Arial"/>
              </a:defRPr>
            </a:lvl1pPr>
            <a:lvl2pPr marL="795182" marR="0" lvl="1"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2pPr>
            <a:lvl3pPr marL="1192773" marR="0" lvl="2" indent="-298194" algn="l" rtl="0">
              <a:spcBef>
                <a:spcPts val="313"/>
              </a:spcBef>
              <a:spcAft>
                <a:spcPts val="0"/>
              </a:spcAft>
              <a:buClr>
                <a:schemeClr val="dk1"/>
              </a:buClr>
              <a:buSzPts val="1800"/>
              <a:buFont typeface="Arial"/>
              <a:buChar char="•"/>
              <a:defRPr sz="1565" b="0" i="0" u="none" strike="noStrike" cap="none">
                <a:solidFill>
                  <a:schemeClr val="dk1"/>
                </a:solidFill>
                <a:latin typeface="Arial"/>
                <a:ea typeface="Arial"/>
                <a:cs typeface="Arial"/>
                <a:sym typeface="Arial"/>
              </a:defRPr>
            </a:lvl3pPr>
            <a:lvl4pPr marL="1590365" marR="0" lvl="3"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4pPr>
            <a:lvl5pPr marL="1987955" marR="0" lvl="4"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5pPr>
            <a:lvl6pPr marL="2385546" marR="0" lvl="5"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6pPr>
            <a:lvl7pPr marL="2783138" marR="0" lvl="6"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7pPr>
            <a:lvl8pPr marL="3180729" marR="0" lvl="7"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8pPr>
            <a:lvl9pPr marL="3578320" marR="0" lvl="8" indent="-287149" algn="l" rtl="0">
              <a:spcBef>
                <a:spcPts val="278"/>
              </a:spcBef>
              <a:spcAft>
                <a:spcPts val="0"/>
              </a:spcAft>
              <a:buClr>
                <a:schemeClr val="dk1"/>
              </a:buClr>
              <a:buSzPts val="1600"/>
              <a:buFont typeface="Arial"/>
              <a:buChar char="»"/>
              <a:defRPr sz="1391" b="0" i="0" u="none" strike="noStrike" cap="none">
                <a:solidFill>
                  <a:schemeClr val="dk1"/>
                </a:solidFill>
                <a:latin typeface="Arial"/>
                <a:ea typeface="Arial"/>
                <a:cs typeface="Arial"/>
                <a:sym typeface="Arial"/>
              </a:defRPr>
            </a:lvl9pPr>
          </a:lstStyle>
          <a:p>
            <a:endParaRPr/>
          </a:p>
        </p:txBody>
      </p:sp>
      <p:sp>
        <p:nvSpPr>
          <p:cNvPr id="46" name="Google Shape;46;p6"/>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47" name="Google Shape;47;p6"/>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48" name="Google Shape;48;p6"/>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2056806" y="1465263"/>
            <a:ext cx="37034392" cy="6096000"/>
          </a:xfrm>
          <a:prstGeom prst="rect">
            <a:avLst/>
          </a:prstGeom>
          <a:noFill/>
          <a:ln>
            <a:noFill/>
          </a:ln>
        </p:spPr>
        <p:txBody>
          <a:bodyPr spcFirstLastPara="1" wrap="square" lIns="470250" tIns="235125" rIns="470250" bIns="235125" anchor="ctr" anchorCtr="0"/>
          <a:lstStyle>
            <a:lvl1pPr marR="0" lvl="0" algn="ctr" rtl="0">
              <a:spcBef>
                <a:spcPts val="0"/>
              </a:spcBef>
              <a:spcAft>
                <a:spcPts val="0"/>
              </a:spcAft>
              <a:buSzPts val="1400"/>
              <a:buNone/>
              <a:defRPr sz="19653"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51" name="Google Shape;51;p7"/>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52" name="Google Shape;52;p7"/>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53" name="Google Shape;53;p7"/>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056804" y="1455738"/>
            <a:ext cx="13537407" cy="6197600"/>
          </a:xfrm>
          <a:prstGeom prst="rect">
            <a:avLst/>
          </a:prstGeom>
          <a:noFill/>
          <a:ln>
            <a:noFill/>
          </a:ln>
        </p:spPr>
        <p:txBody>
          <a:bodyPr spcFirstLastPara="1" wrap="square" lIns="470250" tIns="235125" rIns="470250" bIns="235125" anchor="b" anchorCtr="0"/>
          <a:lstStyle>
            <a:lvl1pPr marR="0" lvl="0" algn="l" rtl="0">
              <a:spcBef>
                <a:spcPts val="0"/>
              </a:spcBef>
              <a:spcAft>
                <a:spcPts val="0"/>
              </a:spcAft>
              <a:buSzPts val="1400"/>
              <a:buNone/>
              <a:defRPr sz="1739"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60" name="Google Shape;60;p9"/>
          <p:cNvSpPr txBox="1">
            <a:spLocks noGrp="1"/>
          </p:cNvSpPr>
          <p:nvPr>
            <p:ph type="body" idx="1"/>
          </p:nvPr>
        </p:nvSpPr>
        <p:spPr>
          <a:xfrm>
            <a:off x="16088324" y="1455742"/>
            <a:ext cx="23002874" cy="31216601"/>
          </a:xfrm>
          <a:prstGeom prst="rect">
            <a:avLst/>
          </a:prstGeom>
          <a:noFill/>
          <a:ln>
            <a:noFill/>
          </a:ln>
        </p:spPr>
        <p:txBody>
          <a:bodyPr spcFirstLastPara="1" wrap="square" lIns="470250" tIns="235125" rIns="470250" bIns="235125" anchor="t" anchorCtr="0"/>
          <a:lstStyle>
            <a:lvl1pPr marL="397591" marR="0" lvl="0" indent="-375502" algn="l" rtl="0">
              <a:spcBef>
                <a:spcPts val="557"/>
              </a:spcBef>
              <a:spcAft>
                <a:spcPts val="0"/>
              </a:spcAft>
              <a:buClr>
                <a:schemeClr val="dk1"/>
              </a:buClr>
              <a:buSzPts val="3200"/>
              <a:buFont typeface="Arial"/>
              <a:buChar char="•"/>
              <a:defRPr sz="2782" b="0" i="0" u="none" strike="noStrike" cap="none">
                <a:solidFill>
                  <a:schemeClr val="dk1"/>
                </a:solidFill>
                <a:latin typeface="Arial"/>
                <a:ea typeface="Arial"/>
                <a:cs typeface="Arial"/>
                <a:sym typeface="Arial"/>
              </a:defRPr>
            </a:lvl1pPr>
            <a:lvl2pPr marL="795182" marR="0" lvl="1" indent="-353414" algn="l" rtl="0">
              <a:spcBef>
                <a:spcPts val="487"/>
              </a:spcBef>
              <a:spcAft>
                <a:spcPts val="0"/>
              </a:spcAft>
              <a:buClr>
                <a:schemeClr val="dk1"/>
              </a:buClr>
              <a:buSzPts val="2800"/>
              <a:buFont typeface="Arial"/>
              <a:buChar char="–"/>
              <a:defRPr sz="2435" b="0" i="0" u="none" strike="noStrike" cap="none">
                <a:solidFill>
                  <a:schemeClr val="dk1"/>
                </a:solidFill>
                <a:latin typeface="Arial"/>
                <a:ea typeface="Arial"/>
                <a:cs typeface="Arial"/>
                <a:sym typeface="Arial"/>
              </a:defRPr>
            </a:lvl2pPr>
            <a:lvl3pPr marL="1192773" marR="0" lvl="2" indent="-331326" algn="l" rtl="0">
              <a:spcBef>
                <a:spcPts val="418"/>
              </a:spcBef>
              <a:spcAft>
                <a:spcPts val="0"/>
              </a:spcAft>
              <a:buClr>
                <a:schemeClr val="dk1"/>
              </a:buClr>
              <a:buSzPts val="2400"/>
              <a:buFont typeface="Arial"/>
              <a:buChar char="•"/>
              <a:defRPr sz="2087" b="0" i="0" u="none" strike="noStrike" cap="none">
                <a:solidFill>
                  <a:schemeClr val="dk1"/>
                </a:solidFill>
                <a:latin typeface="Arial"/>
                <a:ea typeface="Arial"/>
                <a:cs typeface="Arial"/>
                <a:sym typeface="Arial"/>
              </a:defRPr>
            </a:lvl3pPr>
            <a:lvl4pPr marL="1590365" marR="0" lvl="3"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4pPr>
            <a:lvl5pPr marL="1987955" marR="0" lvl="4"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5pPr>
            <a:lvl6pPr marL="2385546" marR="0" lvl="5"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6pPr>
            <a:lvl7pPr marL="2783138" marR="0" lvl="6"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7pPr>
            <a:lvl8pPr marL="3180729" marR="0" lvl="7"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8pPr>
            <a:lvl9pPr marL="3578320" marR="0" lvl="8" indent="-309238" algn="l" rtl="0">
              <a:spcBef>
                <a:spcPts val="348"/>
              </a:spcBef>
              <a:spcAft>
                <a:spcPts val="0"/>
              </a:spcAft>
              <a:buClr>
                <a:schemeClr val="dk1"/>
              </a:buClr>
              <a:buSzPts val="2000"/>
              <a:buFont typeface="Arial"/>
              <a:buChar char="»"/>
              <a:defRPr sz="1739" b="0" i="0" u="none" strike="noStrike" cap="none">
                <a:solidFill>
                  <a:schemeClr val="dk1"/>
                </a:solidFill>
                <a:latin typeface="Arial"/>
                <a:ea typeface="Arial"/>
                <a:cs typeface="Arial"/>
                <a:sym typeface="Arial"/>
              </a:defRPr>
            </a:lvl9pPr>
          </a:lstStyle>
          <a:p>
            <a:endParaRPr/>
          </a:p>
        </p:txBody>
      </p:sp>
      <p:sp>
        <p:nvSpPr>
          <p:cNvPr id="61" name="Google Shape;61;p9"/>
          <p:cNvSpPr txBox="1">
            <a:spLocks noGrp="1"/>
          </p:cNvSpPr>
          <p:nvPr>
            <p:ph type="body" idx="2"/>
          </p:nvPr>
        </p:nvSpPr>
        <p:spPr>
          <a:xfrm>
            <a:off x="2056804" y="7653342"/>
            <a:ext cx="13537407" cy="25018999"/>
          </a:xfrm>
          <a:prstGeom prst="rect">
            <a:avLst/>
          </a:prstGeom>
          <a:noFill/>
          <a:ln>
            <a:noFill/>
          </a:ln>
        </p:spPr>
        <p:txBody>
          <a:bodyPr spcFirstLastPara="1" wrap="square" lIns="470250" tIns="235125" rIns="470250" bIns="235125" anchor="t" anchorCtr="0"/>
          <a:lstStyle>
            <a:lvl1pPr marL="397591" marR="0" lvl="0"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1pPr>
            <a:lvl2pPr marL="795182" marR="0" lvl="1" indent="-198795" algn="l" rtl="0">
              <a:spcBef>
                <a:spcPts val="208"/>
              </a:spcBef>
              <a:spcAft>
                <a:spcPts val="0"/>
              </a:spcAft>
              <a:buClr>
                <a:schemeClr val="dk1"/>
              </a:buClr>
              <a:buSzPts val="1200"/>
              <a:buFont typeface="Arial"/>
              <a:buNone/>
              <a:defRPr sz="1044" b="0" i="0" u="none" strike="noStrike" cap="none">
                <a:solidFill>
                  <a:schemeClr val="dk1"/>
                </a:solidFill>
                <a:latin typeface="Arial"/>
                <a:ea typeface="Arial"/>
                <a:cs typeface="Arial"/>
                <a:sym typeface="Arial"/>
              </a:defRPr>
            </a:lvl2pPr>
            <a:lvl3pPr marL="1192773" marR="0" lvl="2" indent="-198795" algn="l" rtl="0">
              <a:spcBef>
                <a:spcPts val="174"/>
              </a:spcBef>
              <a:spcAft>
                <a:spcPts val="0"/>
              </a:spcAft>
              <a:buClr>
                <a:schemeClr val="dk1"/>
              </a:buClr>
              <a:buSzPts val="1000"/>
              <a:buFont typeface="Arial"/>
              <a:buNone/>
              <a:defRPr sz="870" b="0" i="0" u="none" strike="noStrike" cap="none">
                <a:solidFill>
                  <a:schemeClr val="dk1"/>
                </a:solidFill>
                <a:latin typeface="Arial"/>
                <a:ea typeface="Arial"/>
                <a:cs typeface="Arial"/>
                <a:sym typeface="Arial"/>
              </a:defRPr>
            </a:lvl3pPr>
            <a:lvl4pPr marL="1590365" marR="0" lvl="3"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4pPr>
            <a:lvl5pPr marL="1987955" marR="0" lvl="4"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5pPr>
            <a:lvl6pPr marL="2385546" marR="0" lvl="5"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6pPr>
            <a:lvl7pPr marL="2783138" marR="0" lvl="6"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7pPr>
            <a:lvl8pPr marL="3180729" marR="0" lvl="7"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8pPr>
            <a:lvl9pPr marL="3578320" marR="0" lvl="8"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9pPr>
          </a:lstStyle>
          <a:p>
            <a:endParaRPr/>
          </a:p>
        </p:txBody>
      </p:sp>
      <p:sp>
        <p:nvSpPr>
          <p:cNvPr id="62" name="Google Shape;62;p9"/>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064999" y="25603200"/>
            <a:ext cx="24689098" cy="3022600"/>
          </a:xfrm>
          <a:prstGeom prst="rect">
            <a:avLst/>
          </a:prstGeom>
          <a:noFill/>
          <a:ln>
            <a:noFill/>
          </a:ln>
        </p:spPr>
        <p:txBody>
          <a:bodyPr spcFirstLastPara="1" wrap="square" lIns="470250" tIns="235125" rIns="470250" bIns="235125" anchor="b" anchorCtr="0"/>
          <a:lstStyle>
            <a:lvl1pPr marR="0" lvl="0" algn="l" rtl="0">
              <a:spcBef>
                <a:spcPts val="0"/>
              </a:spcBef>
              <a:spcAft>
                <a:spcPts val="0"/>
              </a:spcAft>
              <a:buSzPts val="1400"/>
              <a:buNone/>
              <a:defRPr sz="1739"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67" name="Google Shape;67;p10"/>
          <p:cNvSpPr>
            <a:spLocks noGrp="1"/>
          </p:cNvSpPr>
          <p:nvPr>
            <p:ph type="pic" idx="2"/>
          </p:nvPr>
        </p:nvSpPr>
        <p:spPr>
          <a:xfrm>
            <a:off x="8064999" y="3268663"/>
            <a:ext cx="24689098" cy="21945600"/>
          </a:xfrm>
          <a:prstGeom prst="rect">
            <a:avLst/>
          </a:prstGeom>
          <a:noFill/>
          <a:ln>
            <a:noFill/>
          </a:ln>
        </p:spPr>
        <p:txBody>
          <a:bodyPr spcFirstLastPara="1" wrap="square" lIns="470250" tIns="235125" rIns="470250" bIns="235125" anchor="t" anchorCtr="0"/>
          <a:lstStyle>
            <a:lvl1pPr marR="0" lvl="0" algn="l" rtl="0">
              <a:spcBef>
                <a:spcPts val="557"/>
              </a:spcBef>
              <a:spcAft>
                <a:spcPts val="0"/>
              </a:spcAft>
              <a:buClr>
                <a:schemeClr val="dk1"/>
              </a:buClr>
              <a:buSzPts val="3200"/>
              <a:buFont typeface="Arial"/>
              <a:buNone/>
              <a:defRPr sz="2782" b="0" i="0" u="none" strike="noStrike" cap="none">
                <a:solidFill>
                  <a:schemeClr val="dk1"/>
                </a:solidFill>
                <a:latin typeface="Arial"/>
                <a:ea typeface="Arial"/>
                <a:cs typeface="Arial"/>
                <a:sym typeface="Arial"/>
              </a:defRPr>
            </a:lvl1pPr>
            <a:lvl2pPr marR="0" lvl="1" algn="l" rtl="0">
              <a:spcBef>
                <a:spcPts val="487"/>
              </a:spcBef>
              <a:spcAft>
                <a:spcPts val="0"/>
              </a:spcAft>
              <a:buClr>
                <a:schemeClr val="dk1"/>
              </a:buClr>
              <a:buSzPts val="2800"/>
              <a:buFont typeface="Arial"/>
              <a:buNone/>
              <a:defRPr sz="2435" b="0" i="0" u="none" strike="noStrike" cap="none">
                <a:solidFill>
                  <a:schemeClr val="dk1"/>
                </a:solidFill>
                <a:latin typeface="Arial"/>
                <a:ea typeface="Arial"/>
                <a:cs typeface="Arial"/>
                <a:sym typeface="Arial"/>
              </a:defRPr>
            </a:lvl2pPr>
            <a:lvl3pPr marR="0" lvl="2" algn="l" rtl="0">
              <a:spcBef>
                <a:spcPts val="418"/>
              </a:spcBef>
              <a:spcAft>
                <a:spcPts val="0"/>
              </a:spcAft>
              <a:buClr>
                <a:schemeClr val="dk1"/>
              </a:buClr>
              <a:buSzPts val="2400"/>
              <a:buFont typeface="Arial"/>
              <a:buNone/>
              <a:defRPr sz="2087" b="0" i="0" u="none" strike="noStrike" cap="none">
                <a:solidFill>
                  <a:schemeClr val="dk1"/>
                </a:solidFill>
                <a:latin typeface="Arial"/>
                <a:ea typeface="Arial"/>
                <a:cs typeface="Arial"/>
                <a:sym typeface="Arial"/>
              </a:defRPr>
            </a:lvl3pPr>
            <a:lvl4pPr marR="0" lvl="3" algn="l" rtl="0">
              <a:spcBef>
                <a:spcPts val="348"/>
              </a:spcBef>
              <a:spcAft>
                <a:spcPts val="0"/>
              </a:spcAft>
              <a:buClr>
                <a:schemeClr val="dk1"/>
              </a:buClr>
              <a:buSzPts val="2000"/>
              <a:buFont typeface="Arial"/>
              <a:buNone/>
              <a:defRPr sz="1739" b="0" i="0" u="none" strike="noStrike" cap="none">
                <a:solidFill>
                  <a:schemeClr val="dk1"/>
                </a:solidFill>
                <a:latin typeface="Arial"/>
                <a:ea typeface="Arial"/>
                <a:cs typeface="Arial"/>
                <a:sym typeface="Arial"/>
              </a:defRPr>
            </a:lvl4pPr>
            <a:lvl5pPr marR="0" lvl="4" algn="l" rtl="0">
              <a:spcBef>
                <a:spcPts val="348"/>
              </a:spcBef>
              <a:spcAft>
                <a:spcPts val="0"/>
              </a:spcAft>
              <a:buClr>
                <a:schemeClr val="dk1"/>
              </a:buClr>
              <a:buSzPts val="2000"/>
              <a:buFont typeface="Arial"/>
              <a:buNone/>
              <a:defRPr sz="1739" b="0" i="0" u="none" strike="noStrike" cap="none">
                <a:solidFill>
                  <a:schemeClr val="dk1"/>
                </a:solidFill>
                <a:latin typeface="Arial"/>
                <a:ea typeface="Arial"/>
                <a:cs typeface="Arial"/>
                <a:sym typeface="Arial"/>
              </a:defRPr>
            </a:lvl5pPr>
            <a:lvl6pPr marR="0" lvl="5" algn="l" rtl="0">
              <a:spcBef>
                <a:spcPts val="348"/>
              </a:spcBef>
              <a:spcAft>
                <a:spcPts val="0"/>
              </a:spcAft>
              <a:buClr>
                <a:schemeClr val="dk1"/>
              </a:buClr>
              <a:buSzPts val="2000"/>
              <a:buFont typeface="Arial"/>
              <a:buNone/>
              <a:defRPr sz="1739" b="0" i="0" u="none" strike="noStrike" cap="none">
                <a:solidFill>
                  <a:schemeClr val="dk1"/>
                </a:solidFill>
                <a:latin typeface="Arial"/>
                <a:ea typeface="Arial"/>
                <a:cs typeface="Arial"/>
                <a:sym typeface="Arial"/>
              </a:defRPr>
            </a:lvl6pPr>
            <a:lvl7pPr marR="0" lvl="6" algn="l" rtl="0">
              <a:spcBef>
                <a:spcPts val="348"/>
              </a:spcBef>
              <a:spcAft>
                <a:spcPts val="0"/>
              </a:spcAft>
              <a:buClr>
                <a:schemeClr val="dk1"/>
              </a:buClr>
              <a:buSzPts val="2000"/>
              <a:buFont typeface="Arial"/>
              <a:buNone/>
              <a:defRPr sz="1739" b="0" i="0" u="none" strike="noStrike" cap="none">
                <a:solidFill>
                  <a:schemeClr val="dk1"/>
                </a:solidFill>
                <a:latin typeface="Arial"/>
                <a:ea typeface="Arial"/>
                <a:cs typeface="Arial"/>
                <a:sym typeface="Arial"/>
              </a:defRPr>
            </a:lvl7pPr>
            <a:lvl8pPr marR="0" lvl="7" algn="l" rtl="0">
              <a:spcBef>
                <a:spcPts val="348"/>
              </a:spcBef>
              <a:spcAft>
                <a:spcPts val="0"/>
              </a:spcAft>
              <a:buClr>
                <a:schemeClr val="dk1"/>
              </a:buClr>
              <a:buSzPts val="2000"/>
              <a:buFont typeface="Arial"/>
              <a:buNone/>
              <a:defRPr sz="1739" b="0" i="0" u="none" strike="noStrike" cap="none">
                <a:solidFill>
                  <a:schemeClr val="dk1"/>
                </a:solidFill>
                <a:latin typeface="Arial"/>
                <a:ea typeface="Arial"/>
                <a:cs typeface="Arial"/>
                <a:sym typeface="Arial"/>
              </a:defRPr>
            </a:lvl8pPr>
            <a:lvl9pPr marR="0" lvl="8" algn="l" rtl="0">
              <a:spcBef>
                <a:spcPts val="348"/>
              </a:spcBef>
              <a:spcAft>
                <a:spcPts val="0"/>
              </a:spcAft>
              <a:buClr>
                <a:schemeClr val="dk1"/>
              </a:buClr>
              <a:buSzPts val="2000"/>
              <a:buFont typeface="Arial"/>
              <a:buNone/>
              <a:defRPr sz="1739" b="0" i="0" u="none" strike="noStrike" cap="none">
                <a:solidFill>
                  <a:schemeClr val="dk1"/>
                </a:solidFill>
                <a:latin typeface="Arial"/>
                <a:ea typeface="Arial"/>
                <a:cs typeface="Arial"/>
                <a:sym typeface="Arial"/>
              </a:defRPr>
            </a:lvl9pPr>
          </a:lstStyle>
          <a:p>
            <a:endParaRPr/>
          </a:p>
        </p:txBody>
      </p:sp>
      <p:sp>
        <p:nvSpPr>
          <p:cNvPr id="68" name="Google Shape;68;p10"/>
          <p:cNvSpPr txBox="1">
            <a:spLocks noGrp="1"/>
          </p:cNvSpPr>
          <p:nvPr>
            <p:ph type="body" idx="1"/>
          </p:nvPr>
        </p:nvSpPr>
        <p:spPr>
          <a:xfrm>
            <a:off x="8064999" y="28625800"/>
            <a:ext cx="24689098" cy="4292600"/>
          </a:xfrm>
          <a:prstGeom prst="rect">
            <a:avLst/>
          </a:prstGeom>
          <a:noFill/>
          <a:ln>
            <a:noFill/>
          </a:ln>
        </p:spPr>
        <p:txBody>
          <a:bodyPr spcFirstLastPara="1" wrap="square" lIns="470250" tIns="235125" rIns="470250" bIns="235125" anchor="t" anchorCtr="0"/>
          <a:lstStyle>
            <a:lvl1pPr marL="397591" marR="0" lvl="0" indent="-198795" algn="l" rtl="0">
              <a:spcBef>
                <a:spcPts val="244"/>
              </a:spcBef>
              <a:spcAft>
                <a:spcPts val="0"/>
              </a:spcAft>
              <a:buClr>
                <a:schemeClr val="dk1"/>
              </a:buClr>
              <a:buSzPts val="1400"/>
              <a:buFont typeface="Arial"/>
              <a:buNone/>
              <a:defRPr sz="1217" b="0" i="0" u="none" strike="noStrike" cap="none">
                <a:solidFill>
                  <a:schemeClr val="dk1"/>
                </a:solidFill>
                <a:latin typeface="Arial"/>
                <a:ea typeface="Arial"/>
                <a:cs typeface="Arial"/>
                <a:sym typeface="Arial"/>
              </a:defRPr>
            </a:lvl1pPr>
            <a:lvl2pPr marL="795182" marR="0" lvl="1" indent="-198795" algn="l" rtl="0">
              <a:spcBef>
                <a:spcPts val="208"/>
              </a:spcBef>
              <a:spcAft>
                <a:spcPts val="0"/>
              </a:spcAft>
              <a:buClr>
                <a:schemeClr val="dk1"/>
              </a:buClr>
              <a:buSzPts val="1200"/>
              <a:buFont typeface="Arial"/>
              <a:buNone/>
              <a:defRPr sz="1044" b="0" i="0" u="none" strike="noStrike" cap="none">
                <a:solidFill>
                  <a:schemeClr val="dk1"/>
                </a:solidFill>
                <a:latin typeface="Arial"/>
                <a:ea typeface="Arial"/>
                <a:cs typeface="Arial"/>
                <a:sym typeface="Arial"/>
              </a:defRPr>
            </a:lvl2pPr>
            <a:lvl3pPr marL="1192773" marR="0" lvl="2" indent="-198795" algn="l" rtl="0">
              <a:spcBef>
                <a:spcPts val="174"/>
              </a:spcBef>
              <a:spcAft>
                <a:spcPts val="0"/>
              </a:spcAft>
              <a:buClr>
                <a:schemeClr val="dk1"/>
              </a:buClr>
              <a:buSzPts val="1000"/>
              <a:buFont typeface="Arial"/>
              <a:buNone/>
              <a:defRPr sz="870" b="0" i="0" u="none" strike="noStrike" cap="none">
                <a:solidFill>
                  <a:schemeClr val="dk1"/>
                </a:solidFill>
                <a:latin typeface="Arial"/>
                <a:ea typeface="Arial"/>
                <a:cs typeface="Arial"/>
                <a:sym typeface="Arial"/>
              </a:defRPr>
            </a:lvl3pPr>
            <a:lvl4pPr marL="1590365" marR="0" lvl="3"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4pPr>
            <a:lvl5pPr marL="1987955" marR="0" lvl="4"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5pPr>
            <a:lvl6pPr marL="2385546" marR="0" lvl="5"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6pPr>
            <a:lvl7pPr marL="2783138" marR="0" lvl="6"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7pPr>
            <a:lvl8pPr marL="3180729" marR="0" lvl="7"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8pPr>
            <a:lvl9pPr marL="3578320" marR="0" lvl="8" indent="-198795" algn="l" rtl="0">
              <a:spcBef>
                <a:spcPts val="157"/>
              </a:spcBef>
              <a:spcAft>
                <a:spcPts val="0"/>
              </a:spcAft>
              <a:buClr>
                <a:schemeClr val="dk1"/>
              </a:buClr>
              <a:buSzPts val="900"/>
              <a:buFont typeface="Arial"/>
              <a:buNone/>
              <a:defRPr sz="783" b="0" i="0" u="none" strike="noStrike" cap="none">
                <a:solidFill>
                  <a:schemeClr val="dk1"/>
                </a:solidFill>
                <a:latin typeface="Arial"/>
                <a:ea typeface="Arial"/>
                <a:cs typeface="Arial"/>
                <a:sym typeface="Arial"/>
              </a:defRPr>
            </a:lvl9pPr>
          </a:lstStyle>
          <a:p>
            <a:endParaRPr/>
          </a:p>
        </p:txBody>
      </p:sp>
      <p:sp>
        <p:nvSpPr>
          <p:cNvPr id="69" name="Google Shape;69;p10"/>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2056806" y="1465263"/>
            <a:ext cx="37034392" cy="6096000"/>
          </a:xfrm>
          <a:prstGeom prst="rect">
            <a:avLst/>
          </a:prstGeom>
          <a:noFill/>
          <a:ln>
            <a:noFill/>
          </a:ln>
        </p:spPr>
        <p:txBody>
          <a:bodyPr spcFirstLastPara="1" wrap="square" lIns="470250" tIns="235125" rIns="470250" bIns="235125" anchor="ctr" anchorCtr="0"/>
          <a:lstStyle>
            <a:lvl1pPr marR="0" lvl="0" algn="ctr" rtl="0">
              <a:spcBef>
                <a:spcPts val="0"/>
              </a:spcBef>
              <a:spcAft>
                <a:spcPts val="0"/>
              </a:spcAft>
              <a:buSzPts val="1400"/>
              <a:buNone/>
              <a:defRPr sz="19653"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74" name="Google Shape;74;p11"/>
          <p:cNvSpPr txBox="1">
            <a:spLocks noGrp="1"/>
          </p:cNvSpPr>
          <p:nvPr>
            <p:ph type="body" idx="1"/>
          </p:nvPr>
        </p:nvSpPr>
        <p:spPr>
          <a:xfrm rot="5400000">
            <a:off x="8505030" y="2086177"/>
            <a:ext cx="24137938" cy="37034392"/>
          </a:xfrm>
          <a:prstGeom prst="rect">
            <a:avLst/>
          </a:prstGeom>
          <a:noFill/>
          <a:ln>
            <a:noFill/>
          </a:ln>
        </p:spPr>
        <p:txBody>
          <a:bodyPr spcFirstLastPara="1" wrap="square" lIns="470250" tIns="235125" rIns="470250" bIns="235125" anchor="t" anchorCtr="0"/>
          <a:lstStyle>
            <a:lvl1pPr marL="397591" marR="0" lvl="0" indent="-1109943" algn="l" rtl="0">
              <a:spcBef>
                <a:spcPts val="2869"/>
              </a:spcBef>
              <a:spcAft>
                <a:spcPts val="0"/>
              </a:spcAft>
              <a:buClr>
                <a:schemeClr val="dk1"/>
              </a:buClr>
              <a:buSzPts val="16500"/>
              <a:buFont typeface="Arial"/>
              <a:buChar char="•"/>
              <a:defRPr sz="14349" b="0" i="0" u="none" strike="noStrike" cap="none">
                <a:solidFill>
                  <a:schemeClr val="dk1"/>
                </a:solidFill>
                <a:latin typeface="Arial"/>
                <a:ea typeface="Arial"/>
                <a:cs typeface="Arial"/>
                <a:sym typeface="Arial"/>
              </a:defRPr>
            </a:lvl1pPr>
            <a:lvl2pPr marL="795182" marR="0" lvl="1" indent="-993978" algn="l" rtl="0">
              <a:spcBef>
                <a:spcPts val="2504"/>
              </a:spcBef>
              <a:spcAft>
                <a:spcPts val="0"/>
              </a:spcAft>
              <a:buClr>
                <a:schemeClr val="dk1"/>
              </a:buClr>
              <a:buSzPts val="14400"/>
              <a:buFont typeface="Arial"/>
              <a:buChar char="–"/>
              <a:defRPr sz="12522" b="0" i="0" u="none" strike="noStrike" cap="none">
                <a:solidFill>
                  <a:schemeClr val="dk1"/>
                </a:solidFill>
                <a:latin typeface="Arial"/>
                <a:ea typeface="Arial"/>
                <a:cs typeface="Arial"/>
                <a:sym typeface="Arial"/>
              </a:defRPr>
            </a:lvl2pPr>
            <a:lvl3pPr marL="1192773" marR="0" lvl="2" indent="-878013" algn="l" rtl="0">
              <a:spcBef>
                <a:spcPts val="2140"/>
              </a:spcBef>
              <a:spcAft>
                <a:spcPts val="0"/>
              </a:spcAft>
              <a:buClr>
                <a:schemeClr val="dk1"/>
              </a:buClr>
              <a:buSzPts val="12300"/>
              <a:buFont typeface="Arial"/>
              <a:buChar char="•"/>
              <a:defRPr sz="10696" b="0" i="0" u="none" strike="noStrike" cap="none">
                <a:solidFill>
                  <a:schemeClr val="dk1"/>
                </a:solidFill>
                <a:latin typeface="Arial"/>
                <a:ea typeface="Arial"/>
                <a:cs typeface="Arial"/>
                <a:sym typeface="Arial"/>
              </a:defRPr>
            </a:lvl3pPr>
            <a:lvl4pPr marL="1590365" marR="0" lvl="3"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4pPr>
            <a:lvl5pPr marL="1987955" marR="0" lvl="4"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5pPr>
            <a:lvl6pPr marL="2385546" marR="0" lvl="5"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6pPr>
            <a:lvl7pPr marL="2783138" marR="0" lvl="6"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7pPr>
            <a:lvl8pPr marL="3180729" marR="0" lvl="7"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8pPr>
            <a:lvl9pPr marL="3578320" marR="0" lvl="8"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9pPr>
          </a:lstStyle>
          <a:p>
            <a:endParaRPr/>
          </a:p>
        </p:txBody>
      </p:sp>
      <p:sp>
        <p:nvSpPr>
          <p:cNvPr id="75" name="Google Shape;75;p11"/>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76" name="Google Shape;76;p11"/>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77" name="Google Shape;77;p11"/>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8858362" y="12439505"/>
            <a:ext cx="31207074" cy="9258597"/>
          </a:xfrm>
          <a:prstGeom prst="rect">
            <a:avLst/>
          </a:prstGeom>
          <a:noFill/>
          <a:ln>
            <a:noFill/>
          </a:ln>
        </p:spPr>
        <p:txBody>
          <a:bodyPr spcFirstLastPara="1" wrap="square" lIns="470250" tIns="235125" rIns="470250" bIns="235125" anchor="ctr" anchorCtr="0"/>
          <a:lstStyle>
            <a:lvl1pPr marR="0" lvl="0" algn="ctr" rtl="0">
              <a:spcBef>
                <a:spcPts val="0"/>
              </a:spcBef>
              <a:spcAft>
                <a:spcPts val="0"/>
              </a:spcAft>
              <a:buSzPts val="1400"/>
              <a:buNone/>
              <a:defRPr sz="19653"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9653"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9653"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9653"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9653"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9653"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9653"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9653"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9653" b="0" i="0" u="none" strike="noStrike" cap="none">
                <a:solidFill>
                  <a:schemeClr val="dk2"/>
                </a:solidFill>
                <a:latin typeface="Arial"/>
                <a:ea typeface="Arial"/>
                <a:cs typeface="Arial"/>
                <a:sym typeface="Arial"/>
              </a:defRPr>
            </a:lvl9pPr>
          </a:lstStyle>
          <a:p>
            <a:endParaRPr/>
          </a:p>
        </p:txBody>
      </p:sp>
      <p:sp>
        <p:nvSpPr>
          <p:cNvPr id="80" name="Google Shape;80;p12"/>
          <p:cNvSpPr txBox="1">
            <a:spLocks noGrp="1"/>
          </p:cNvSpPr>
          <p:nvPr>
            <p:ph type="body" idx="1"/>
          </p:nvPr>
        </p:nvSpPr>
        <p:spPr>
          <a:xfrm rot="5400000">
            <a:off x="269726" y="3252341"/>
            <a:ext cx="31207074" cy="27632919"/>
          </a:xfrm>
          <a:prstGeom prst="rect">
            <a:avLst/>
          </a:prstGeom>
          <a:noFill/>
          <a:ln>
            <a:noFill/>
          </a:ln>
        </p:spPr>
        <p:txBody>
          <a:bodyPr spcFirstLastPara="1" wrap="square" lIns="470250" tIns="235125" rIns="470250" bIns="235125" anchor="t" anchorCtr="0"/>
          <a:lstStyle>
            <a:lvl1pPr marL="397591" marR="0" lvl="0" indent="-1109943" algn="l" rtl="0">
              <a:spcBef>
                <a:spcPts val="2869"/>
              </a:spcBef>
              <a:spcAft>
                <a:spcPts val="0"/>
              </a:spcAft>
              <a:buClr>
                <a:schemeClr val="dk1"/>
              </a:buClr>
              <a:buSzPts val="16500"/>
              <a:buFont typeface="Arial"/>
              <a:buChar char="•"/>
              <a:defRPr sz="14349" b="0" i="0" u="none" strike="noStrike" cap="none">
                <a:solidFill>
                  <a:schemeClr val="dk1"/>
                </a:solidFill>
                <a:latin typeface="Arial"/>
                <a:ea typeface="Arial"/>
                <a:cs typeface="Arial"/>
                <a:sym typeface="Arial"/>
              </a:defRPr>
            </a:lvl1pPr>
            <a:lvl2pPr marL="795182" marR="0" lvl="1" indent="-993978" algn="l" rtl="0">
              <a:spcBef>
                <a:spcPts val="2504"/>
              </a:spcBef>
              <a:spcAft>
                <a:spcPts val="0"/>
              </a:spcAft>
              <a:buClr>
                <a:schemeClr val="dk1"/>
              </a:buClr>
              <a:buSzPts val="14400"/>
              <a:buFont typeface="Arial"/>
              <a:buChar char="–"/>
              <a:defRPr sz="12522" b="0" i="0" u="none" strike="noStrike" cap="none">
                <a:solidFill>
                  <a:schemeClr val="dk1"/>
                </a:solidFill>
                <a:latin typeface="Arial"/>
                <a:ea typeface="Arial"/>
                <a:cs typeface="Arial"/>
                <a:sym typeface="Arial"/>
              </a:defRPr>
            </a:lvl2pPr>
            <a:lvl3pPr marL="1192773" marR="0" lvl="2" indent="-878013" algn="l" rtl="0">
              <a:spcBef>
                <a:spcPts val="2140"/>
              </a:spcBef>
              <a:spcAft>
                <a:spcPts val="0"/>
              </a:spcAft>
              <a:buClr>
                <a:schemeClr val="dk1"/>
              </a:buClr>
              <a:buSzPts val="12300"/>
              <a:buFont typeface="Arial"/>
              <a:buChar char="•"/>
              <a:defRPr sz="10696" b="0" i="0" u="none" strike="noStrike" cap="none">
                <a:solidFill>
                  <a:schemeClr val="dk1"/>
                </a:solidFill>
                <a:latin typeface="Arial"/>
                <a:ea typeface="Arial"/>
                <a:cs typeface="Arial"/>
                <a:sym typeface="Arial"/>
              </a:defRPr>
            </a:lvl3pPr>
            <a:lvl4pPr marL="1590365" marR="0" lvl="3"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4pPr>
            <a:lvl5pPr marL="1987955" marR="0" lvl="4"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5pPr>
            <a:lvl6pPr marL="2385546" marR="0" lvl="5"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6pPr>
            <a:lvl7pPr marL="2783138" marR="0" lvl="6"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7pPr>
            <a:lvl8pPr marL="3180729" marR="0" lvl="7"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8pPr>
            <a:lvl9pPr marL="3578320" marR="0" lvl="8" indent="-767572" algn="l" rtl="0">
              <a:spcBef>
                <a:spcPts val="1791"/>
              </a:spcBef>
              <a:spcAft>
                <a:spcPts val="0"/>
              </a:spcAft>
              <a:buClr>
                <a:schemeClr val="dk1"/>
              </a:buClr>
              <a:buSzPts val="10300"/>
              <a:buFont typeface="Arial"/>
              <a:buChar char="»"/>
              <a:defRPr sz="8958" b="0" i="0" u="none" strike="noStrike" cap="none">
                <a:solidFill>
                  <a:schemeClr val="dk1"/>
                </a:solidFill>
                <a:latin typeface="Arial"/>
                <a:ea typeface="Arial"/>
                <a:cs typeface="Arial"/>
                <a:sym typeface="Arial"/>
              </a:defRPr>
            </a:lvl9pPr>
          </a:lstStyle>
          <a:p>
            <a:endParaRPr/>
          </a:p>
        </p:txBody>
      </p:sp>
      <p:sp>
        <p:nvSpPr>
          <p:cNvPr id="81" name="Google Shape;81;p12"/>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82" name="Google Shape;82;p12"/>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a:solidFill>
                  <a:schemeClr val="dk1"/>
                </a:solidFill>
                <a:latin typeface="Arial"/>
                <a:ea typeface="Arial"/>
                <a:cs typeface="Arial"/>
                <a:sym typeface="Arial"/>
              </a:defRPr>
            </a:lvl1pPr>
            <a:lvl2pPr marL="0" marR="0" lvl="1" indent="0" algn="r" rtl="0">
              <a:spcBef>
                <a:spcPts val="0"/>
              </a:spcBef>
              <a:spcAft>
                <a:spcPts val="0"/>
              </a:spcAft>
              <a:buNone/>
              <a:defRPr sz="6261">
                <a:solidFill>
                  <a:schemeClr val="dk1"/>
                </a:solidFill>
                <a:latin typeface="Arial"/>
                <a:ea typeface="Arial"/>
                <a:cs typeface="Arial"/>
                <a:sym typeface="Arial"/>
              </a:defRPr>
            </a:lvl2pPr>
            <a:lvl3pPr marL="0" marR="0" lvl="2" indent="0" algn="r" rtl="0">
              <a:spcBef>
                <a:spcPts val="0"/>
              </a:spcBef>
              <a:spcAft>
                <a:spcPts val="0"/>
              </a:spcAft>
              <a:buNone/>
              <a:defRPr sz="6261">
                <a:solidFill>
                  <a:schemeClr val="dk1"/>
                </a:solidFill>
                <a:latin typeface="Arial"/>
                <a:ea typeface="Arial"/>
                <a:cs typeface="Arial"/>
                <a:sym typeface="Arial"/>
              </a:defRPr>
            </a:lvl3pPr>
            <a:lvl4pPr marL="0" marR="0" lvl="3" indent="0" algn="r" rtl="0">
              <a:spcBef>
                <a:spcPts val="0"/>
              </a:spcBef>
              <a:spcAft>
                <a:spcPts val="0"/>
              </a:spcAft>
              <a:buNone/>
              <a:defRPr sz="6261">
                <a:solidFill>
                  <a:schemeClr val="dk1"/>
                </a:solidFill>
                <a:latin typeface="Arial"/>
                <a:ea typeface="Arial"/>
                <a:cs typeface="Arial"/>
                <a:sym typeface="Arial"/>
              </a:defRPr>
            </a:lvl4pPr>
            <a:lvl5pPr marL="0" marR="0" lvl="4" indent="0" algn="r" rtl="0">
              <a:spcBef>
                <a:spcPts val="0"/>
              </a:spcBef>
              <a:spcAft>
                <a:spcPts val="0"/>
              </a:spcAft>
              <a:buNone/>
              <a:defRPr sz="6261">
                <a:solidFill>
                  <a:schemeClr val="dk1"/>
                </a:solidFill>
                <a:latin typeface="Arial"/>
                <a:ea typeface="Arial"/>
                <a:cs typeface="Arial"/>
                <a:sym typeface="Arial"/>
              </a:defRPr>
            </a:lvl5pPr>
            <a:lvl6pPr marL="0" marR="0" lvl="5" indent="0" algn="r" rtl="0">
              <a:spcBef>
                <a:spcPts val="0"/>
              </a:spcBef>
              <a:spcAft>
                <a:spcPts val="0"/>
              </a:spcAft>
              <a:buNone/>
              <a:defRPr sz="6261">
                <a:solidFill>
                  <a:schemeClr val="dk1"/>
                </a:solidFill>
                <a:latin typeface="Arial"/>
                <a:ea typeface="Arial"/>
                <a:cs typeface="Arial"/>
                <a:sym typeface="Arial"/>
              </a:defRPr>
            </a:lvl6pPr>
            <a:lvl7pPr marL="0" marR="0" lvl="6" indent="0" algn="r" rtl="0">
              <a:spcBef>
                <a:spcPts val="0"/>
              </a:spcBef>
              <a:spcAft>
                <a:spcPts val="0"/>
              </a:spcAft>
              <a:buNone/>
              <a:defRPr sz="6261">
                <a:solidFill>
                  <a:schemeClr val="dk1"/>
                </a:solidFill>
                <a:latin typeface="Arial"/>
                <a:ea typeface="Arial"/>
                <a:cs typeface="Arial"/>
                <a:sym typeface="Arial"/>
              </a:defRPr>
            </a:lvl7pPr>
            <a:lvl8pPr marL="0" marR="0" lvl="7" indent="0" algn="r" rtl="0">
              <a:spcBef>
                <a:spcPts val="0"/>
              </a:spcBef>
              <a:spcAft>
                <a:spcPts val="0"/>
              </a:spcAft>
              <a:buNone/>
              <a:defRPr sz="6261">
                <a:solidFill>
                  <a:schemeClr val="dk1"/>
                </a:solidFill>
                <a:latin typeface="Arial"/>
                <a:ea typeface="Arial"/>
                <a:cs typeface="Arial"/>
                <a:sym typeface="Arial"/>
              </a:defRPr>
            </a:lvl8pPr>
            <a:lvl9pPr marL="0" marR="0" lvl="8" indent="0" algn="r" rtl="0">
              <a:spcBef>
                <a:spcPts val="0"/>
              </a:spcBef>
              <a:spcAft>
                <a:spcPts val="0"/>
              </a:spcAft>
              <a:buNone/>
              <a:defRPr sz="6261">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056806" y="1465263"/>
            <a:ext cx="37034392" cy="6096000"/>
          </a:xfrm>
          <a:prstGeom prst="rect">
            <a:avLst/>
          </a:prstGeom>
          <a:noFill/>
          <a:ln>
            <a:noFill/>
          </a:ln>
        </p:spPr>
        <p:txBody>
          <a:bodyPr spcFirstLastPara="1" wrap="square" lIns="470250" tIns="235125" rIns="470250" bIns="235125" anchor="ctr" anchorCtr="0"/>
          <a:lstStyle>
            <a:lvl1pPr marR="0" lvl="0" algn="ctr" rtl="0">
              <a:spcBef>
                <a:spcPts val="0"/>
              </a:spcBef>
              <a:spcAft>
                <a:spcPts val="0"/>
              </a:spcAft>
              <a:buSzPts val="1400"/>
              <a:buNone/>
              <a:defRPr sz="226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226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226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226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226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226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226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226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22600" b="0" i="0" u="none" strike="noStrike" cap="none">
                <a:solidFill>
                  <a:schemeClr val="dk2"/>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2056806" y="8534400"/>
            <a:ext cx="37034392" cy="24137938"/>
          </a:xfrm>
          <a:prstGeom prst="rect">
            <a:avLst/>
          </a:prstGeom>
          <a:noFill/>
          <a:ln>
            <a:noFill/>
          </a:ln>
        </p:spPr>
        <p:txBody>
          <a:bodyPr spcFirstLastPara="1" wrap="square" lIns="470250" tIns="235125" rIns="470250" bIns="235125" anchor="t" anchorCtr="0"/>
          <a:lstStyle>
            <a:lvl1pPr marL="457200" marR="0" lvl="0" indent="-1276350" algn="l" rtl="0">
              <a:spcBef>
                <a:spcPts val="3300"/>
              </a:spcBef>
              <a:spcAft>
                <a:spcPts val="0"/>
              </a:spcAft>
              <a:buClr>
                <a:schemeClr val="dk1"/>
              </a:buClr>
              <a:buSzPts val="16500"/>
              <a:buFont typeface="Arial"/>
              <a:buChar char="•"/>
              <a:defRPr sz="16500" b="0" i="0" u="none" strike="noStrike" cap="none">
                <a:solidFill>
                  <a:schemeClr val="dk1"/>
                </a:solidFill>
                <a:latin typeface="Arial"/>
                <a:ea typeface="Arial"/>
                <a:cs typeface="Arial"/>
                <a:sym typeface="Arial"/>
              </a:defRPr>
            </a:lvl1pPr>
            <a:lvl2pPr marL="914400" marR="0" lvl="1" indent="-1143000" algn="l" rtl="0">
              <a:spcBef>
                <a:spcPts val="2880"/>
              </a:spcBef>
              <a:spcAft>
                <a:spcPts val="0"/>
              </a:spcAft>
              <a:buClr>
                <a:schemeClr val="dk1"/>
              </a:buClr>
              <a:buSzPts val="14400"/>
              <a:buFont typeface="Arial"/>
              <a:buChar char="–"/>
              <a:defRPr sz="14400" b="0" i="0" u="none" strike="noStrike" cap="none">
                <a:solidFill>
                  <a:schemeClr val="dk1"/>
                </a:solidFill>
                <a:latin typeface="Arial"/>
                <a:ea typeface="Arial"/>
                <a:cs typeface="Arial"/>
                <a:sym typeface="Arial"/>
              </a:defRPr>
            </a:lvl2pPr>
            <a:lvl3pPr marL="1371600" marR="0" lvl="2" indent="-1009650" algn="l" rtl="0">
              <a:spcBef>
                <a:spcPts val="2460"/>
              </a:spcBef>
              <a:spcAft>
                <a:spcPts val="0"/>
              </a:spcAft>
              <a:buClr>
                <a:schemeClr val="dk1"/>
              </a:buClr>
              <a:buSzPts val="12300"/>
              <a:buFont typeface="Arial"/>
              <a:buChar char="•"/>
              <a:defRPr sz="12300" b="0" i="0" u="none" strike="noStrike" cap="none">
                <a:solidFill>
                  <a:schemeClr val="dk1"/>
                </a:solidFill>
                <a:latin typeface="Arial"/>
                <a:ea typeface="Arial"/>
                <a:cs typeface="Arial"/>
                <a:sym typeface="Arial"/>
              </a:defRPr>
            </a:lvl3pPr>
            <a:lvl4pPr marL="1828800" marR="0" lvl="3" indent="-882650" algn="l" rtl="0">
              <a:spcBef>
                <a:spcPts val="2060"/>
              </a:spcBef>
              <a:spcAft>
                <a:spcPts val="0"/>
              </a:spcAft>
              <a:buClr>
                <a:schemeClr val="dk1"/>
              </a:buClr>
              <a:buSzPts val="10300"/>
              <a:buFont typeface="Arial"/>
              <a:buChar char="–"/>
              <a:defRPr sz="10300" b="0" i="0" u="none" strike="noStrike" cap="none">
                <a:solidFill>
                  <a:schemeClr val="dk1"/>
                </a:solidFill>
                <a:latin typeface="Arial"/>
                <a:ea typeface="Arial"/>
                <a:cs typeface="Arial"/>
                <a:sym typeface="Arial"/>
              </a:defRPr>
            </a:lvl4pPr>
            <a:lvl5pPr marL="2286000" marR="0" lvl="4" indent="-882650" algn="l" rtl="0">
              <a:spcBef>
                <a:spcPts val="2060"/>
              </a:spcBef>
              <a:spcAft>
                <a:spcPts val="0"/>
              </a:spcAft>
              <a:buClr>
                <a:schemeClr val="dk1"/>
              </a:buClr>
              <a:buSzPts val="10300"/>
              <a:buFont typeface="Arial"/>
              <a:buChar char="»"/>
              <a:defRPr sz="10300" b="0" i="0" u="none" strike="noStrike" cap="none">
                <a:solidFill>
                  <a:schemeClr val="dk1"/>
                </a:solidFill>
                <a:latin typeface="Arial"/>
                <a:ea typeface="Arial"/>
                <a:cs typeface="Arial"/>
                <a:sym typeface="Arial"/>
              </a:defRPr>
            </a:lvl5pPr>
            <a:lvl6pPr marL="2743200" marR="0" lvl="5" indent="-882650" algn="l" rtl="0">
              <a:spcBef>
                <a:spcPts val="2060"/>
              </a:spcBef>
              <a:spcAft>
                <a:spcPts val="0"/>
              </a:spcAft>
              <a:buClr>
                <a:schemeClr val="dk1"/>
              </a:buClr>
              <a:buSzPts val="10300"/>
              <a:buFont typeface="Arial"/>
              <a:buChar char="»"/>
              <a:defRPr sz="10300" b="0" i="0" u="none" strike="noStrike" cap="none">
                <a:solidFill>
                  <a:schemeClr val="dk1"/>
                </a:solidFill>
                <a:latin typeface="Arial"/>
                <a:ea typeface="Arial"/>
                <a:cs typeface="Arial"/>
                <a:sym typeface="Arial"/>
              </a:defRPr>
            </a:lvl6pPr>
            <a:lvl7pPr marL="3200400" marR="0" lvl="6" indent="-882650" algn="l" rtl="0">
              <a:spcBef>
                <a:spcPts val="2060"/>
              </a:spcBef>
              <a:spcAft>
                <a:spcPts val="0"/>
              </a:spcAft>
              <a:buClr>
                <a:schemeClr val="dk1"/>
              </a:buClr>
              <a:buSzPts val="10300"/>
              <a:buFont typeface="Arial"/>
              <a:buChar char="»"/>
              <a:defRPr sz="10300" b="0" i="0" u="none" strike="noStrike" cap="none">
                <a:solidFill>
                  <a:schemeClr val="dk1"/>
                </a:solidFill>
                <a:latin typeface="Arial"/>
                <a:ea typeface="Arial"/>
                <a:cs typeface="Arial"/>
                <a:sym typeface="Arial"/>
              </a:defRPr>
            </a:lvl7pPr>
            <a:lvl8pPr marL="3657600" marR="0" lvl="7" indent="-882650" algn="l" rtl="0">
              <a:spcBef>
                <a:spcPts val="2060"/>
              </a:spcBef>
              <a:spcAft>
                <a:spcPts val="0"/>
              </a:spcAft>
              <a:buClr>
                <a:schemeClr val="dk1"/>
              </a:buClr>
              <a:buSzPts val="10300"/>
              <a:buFont typeface="Arial"/>
              <a:buChar char="»"/>
              <a:defRPr sz="10300" b="0" i="0" u="none" strike="noStrike" cap="none">
                <a:solidFill>
                  <a:schemeClr val="dk1"/>
                </a:solidFill>
                <a:latin typeface="Arial"/>
                <a:ea typeface="Arial"/>
                <a:cs typeface="Arial"/>
                <a:sym typeface="Arial"/>
              </a:defRPr>
            </a:lvl8pPr>
            <a:lvl9pPr marL="4114800" marR="0" lvl="8" indent="-882650" algn="l" rtl="0">
              <a:spcBef>
                <a:spcPts val="2060"/>
              </a:spcBef>
              <a:spcAft>
                <a:spcPts val="0"/>
              </a:spcAft>
              <a:buClr>
                <a:schemeClr val="dk1"/>
              </a:buClr>
              <a:buSzPts val="10300"/>
              <a:buFont typeface="Arial"/>
              <a:buChar char="»"/>
              <a:defRPr sz="103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2056805" y="33307338"/>
            <a:ext cx="9602391" cy="2540000"/>
          </a:xfrm>
          <a:prstGeom prst="rect">
            <a:avLst/>
          </a:prstGeom>
          <a:noFill/>
          <a:ln>
            <a:noFill/>
          </a:ln>
        </p:spPr>
        <p:txBody>
          <a:bodyPr spcFirstLastPara="1" wrap="square" lIns="470250" tIns="235125" rIns="470250" bIns="235125" anchor="t" anchorCtr="0"/>
          <a:lstStyle>
            <a:lvl1pPr marR="0" lvl="0" algn="l" rtl="0">
              <a:spcBef>
                <a:spcPts val="0"/>
              </a:spcBef>
              <a:spcAft>
                <a:spcPts val="0"/>
              </a:spcAft>
              <a:buSzPts val="1400"/>
              <a:buNone/>
              <a:defRPr sz="6261"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14058305" y="33307338"/>
            <a:ext cx="13031391" cy="2540000"/>
          </a:xfrm>
          <a:prstGeom prst="rect">
            <a:avLst/>
          </a:prstGeom>
          <a:noFill/>
          <a:ln>
            <a:noFill/>
          </a:ln>
        </p:spPr>
        <p:txBody>
          <a:bodyPr spcFirstLastPara="1" wrap="square" lIns="470250" tIns="235125" rIns="470250" bIns="235125" anchor="t" anchorCtr="0"/>
          <a:lstStyle>
            <a:lvl1pPr marR="0" lvl="0" algn="ctr" rtl="0">
              <a:spcBef>
                <a:spcPts val="0"/>
              </a:spcBef>
              <a:spcAft>
                <a:spcPts val="0"/>
              </a:spcAft>
              <a:buSzPts val="1400"/>
              <a:buNone/>
              <a:defRPr sz="6261"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808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08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08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08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08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08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08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088"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29488805" y="33307338"/>
            <a:ext cx="9602391" cy="2540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6261"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6261"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6261"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6261"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6261"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6261"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6261"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6261"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6261"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1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3" name="Group 22">
            <a:extLst>
              <a:ext uri="{FF2B5EF4-FFF2-40B4-BE49-F238E27FC236}">
                <a16:creationId xmlns:a16="http://schemas.microsoft.com/office/drawing/2014/main" id="{348E4356-B391-50E1-DD6F-22EDBCDDB87B}"/>
              </a:ext>
            </a:extLst>
          </p:cNvPr>
          <p:cNvGrpSpPr/>
          <p:nvPr/>
        </p:nvGrpSpPr>
        <p:grpSpPr>
          <a:xfrm>
            <a:off x="29313240" y="13689761"/>
            <a:ext cx="11256018" cy="5443204"/>
            <a:chOff x="23177809" y="16319632"/>
            <a:chExt cx="16419293" cy="8137890"/>
          </a:xfrm>
        </p:grpSpPr>
        <p:pic>
          <p:nvPicPr>
            <p:cNvPr id="24" name="Picture 23" descr="A diagram of a medical device&#10;&#10;Description automatically generated">
              <a:extLst>
                <a:ext uri="{FF2B5EF4-FFF2-40B4-BE49-F238E27FC236}">
                  <a16:creationId xmlns:a16="http://schemas.microsoft.com/office/drawing/2014/main" id="{C4B84937-DC14-E5C7-8384-A59833CA2C72}"/>
                </a:ext>
              </a:extLst>
            </p:cNvPr>
            <p:cNvPicPr>
              <a:picLocks noChangeAspect="1"/>
            </p:cNvPicPr>
            <p:nvPr/>
          </p:nvPicPr>
          <p:blipFill>
            <a:blip r:embed="rId3"/>
            <a:srcRect l="705" t="52600" r="5278" b="1048"/>
            <a:stretch/>
          </p:blipFill>
          <p:spPr>
            <a:xfrm>
              <a:off x="23177809" y="16319632"/>
              <a:ext cx="16419293" cy="8137890"/>
            </a:xfrm>
            <a:prstGeom prst="rect">
              <a:avLst/>
            </a:prstGeom>
          </p:spPr>
        </p:pic>
        <p:sp>
          <p:nvSpPr>
            <p:cNvPr id="25" name="Rectangle 24">
              <a:extLst>
                <a:ext uri="{FF2B5EF4-FFF2-40B4-BE49-F238E27FC236}">
                  <a16:creationId xmlns:a16="http://schemas.microsoft.com/office/drawing/2014/main" id="{82526DF5-AE21-7566-93CC-94C542DE6348}"/>
                </a:ext>
              </a:extLst>
            </p:cNvPr>
            <p:cNvSpPr/>
            <p:nvPr/>
          </p:nvSpPr>
          <p:spPr>
            <a:xfrm>
              <a:off x="23427600" y="16319632"/>
              <a:ext cx="1136059" cy="50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72"/>
            </a:p>
          </p:txBody>
        </p:sp>
      </p:grpSp>
      <p:sp>
        <p:nvSpPr>
          <p:cNvPr id="89" name="Google Shape;89;p13"/>
          <p:cNvSpPr txBox="1"/>
          <p:nvPr/>
        </p:nvSpPr>
        <p:spPr>
          <a:xfrm>
            <a:off x="1689655" y="4221210"/>
            <a:ext cx="37768695" cy="4359412"/>
          </a:xfrm>
          <a:prstGeom prst="rect">
            <a:avLst/>
          </a:prstGeom>
          <a:noFill/>
          <a:ln w="127000" cap="flat" cmpd="sng">
            <a:solidFill>
              <a:srgbClr val="D2293C"/>
            </a:solidFill>
            <a:prstDash val="solid"/>
            <a:miter lim="800000"/>
            <a:headEnd type="none" w="sm" len="sm"/>
            <a:tailEnd type="none" w="sm" len="sm"/>
          </a:ln>
        </p:spPr>
        <p:txBody>
          <a:bodyPr spcFirstLastPara="1" wrap="square" lIns="90848" tIns="45413" rIns="90848" bIns="45413" anchor="ctr" anchorCtr="1">
            <a:noAutofit/>
          </a:bodyPr>
          <a:lstStyle/>
          <a:p>
            <a:pPr algn="ctr">
              <a:spcAft>
                <a:spcPts val="1044"/>
              </a:spcAft>
            </a:pPr>
            <a:endParaRPr sz="2087">
              <a:solidFill>
                <a:schemeClr val="dk1"/>
              </a:solidFill>
              <a:latin typeface="+mn-lt"/>
            </a:endParaRPr>
          </a:p>
        </p:txBody>
      </p:sp>
      <p:sp>
        <p:nvSpPr>
          <p:cNvPr id="107" name="Google Shape;107;p13"/>
          <p:cNvSpPr/>
          <p:nvPr/>
        </p:nvSpPr>
        <p:spPr>
          <a:xfrm>
            <a:off x="1490873" y="4022428"/>
            <a:ext cx="38166260" cy="0"/>
          </a:xfrm>
          <a:prstGeom prst="rect">
            <a:avLst/>
          </a:prstGeom>
          <a:noFill/>
          <a:ln>
            <a:noFill/>
          </a:ln>
        </p:spPr>
        <p:txBody>
          <a:bodyPr spcFirstLastPara="1" wrap="square" lIns="79500" tIns="39739" rIns="79500" bIns="39739" anchor="ctr" anchorCtr="0">
            <a:noAutofit/>
          </a:bodyPr>
          <a:lstStyle/>
          <a:p>
            <a:endParaRPr sz="8088">
              <a:solidFill>
                <a:schemeClr val="dk1"/>
              </a:solidFill>
              <a:latin typeface="+mn-lt"/>
            </a:endParaRPr>
          </a:p>
        </p:txBody>
      </p:sp>
      <p:sp>
        <p:nvSpPr>
          <p:cNvPr id="108" name="Google Shape;108;p13"/>
          <p:cNvSpPr/>
          <p:nvPr/>
        </p:nvSpPr>
        <p:spPr>
          <a:xfrm>
            <a:off x="1490873" y="19984671"/>
            <a:ext cx="38166260" cy="0"/>
          </a:xfrm>
          <a:prstGeom prst="rect">
            <a:avLst/>
          </a:prstGeom>
          <a:noFill/>
          <a:ln>
            <a:noFill/>
          </a:ln>
        </p:spPr>
        <p:txBody>
          <a:bodyPr spcFirstLastPara="1" wrap="square" lIns="79500" tIns="39739" rIns="79500" bIns="39739" anchor="ctr" anchorCtr="0">
            <a:noAutofit/>
          </a:bodyPr>
          <a:lstStyle/>
          <a:p>
            <a:endParaRPr sz="8088">
              <a:solidFill>
                <a:schemeClr val="dk1"/>
              </a:solidFill>
              <a:latin typeface="+mn-lt"/>
            </a:endParaRPr>
          </a:p>
        </p:txBody>
      </p:sp>
      <p:sp>
        <p:nvSpPr>
          <p:cNvPr id="110" name="Google Shape;110;p13"/>
          <p:cNvSpPr/>
          <p:nvPr/>
        </p:nvSpPr>
        <p:spPr>
          <a:xfrm>
            <a:off x="1490873" y="4022428"/>
            <a:ext cx="38166260" cy="0"/>
          </a:xfrm>
          <a:prstGeom prst="rect">
            <a:avLst/>
          </a:prstGeom>
          <a:noFill/>
          <a:ln>
            <a:noFill/>
          </a:ln>
        </p:spPr>
        <p:txBody>
          <a:bodyPr spcFirstLastPara="1" wrap="square" lIns="79500" tIns="39739" rIns="79500" bIns="39739" anchor="ctr" anchorCtr="0">
            <a:noAutofit/>
          </a:bodyPr>
          <a:lstStyle/>
          <a:p>
            <a:endParaRPr sz="8088">
              <a:solidFill>
                <a:schemeClr val="dk1"/>
              </a:solidFill>
              <a:latin typeface="+mn-lt"/>
            </a:endParaRPr>
          </a:p>
        </p:txBody>
      </p:sp>
      <p:sp>
        <p:nvSpPr>
          <p:cNvPr id="111" name="Google Shape;111;p13"/>
          <p:cNvSpPr/>
          <p:nvPr/>
        </p:nvSpPr>
        <p:spPr>
          <a:xfrm>
            <a:off x="1490873" y="4022428"/>
            <a:ext cx="38166260" cy="0"/>
          </a:xfrm>
          <a:prstGeom prst="rect">
            <a:avLst/>
          </a:prstGeom>
          <a:noFill/>
          <a:ln>
            <a:noFill/>
          </a:ln>
        </p:spPr>
        <p:txBody>
          <a:bodyPr spcFirstLastPara="1" wrap="square" lIns="79500" tIns="39739" rIns="79500" bIns="39739" anchor="ctr" anchorCtr="0">
            <a:noAutofit/>
          </a:bodyPr>
          <a:lstStyle/>
          <a:p>
            <a:endParaRPr sz="8088">
              <a:solidFill>
                <a:schemeClr val="dk1"/>
              </a:solidFill>
              <a:latin typeface="+mn-lt"/>
            </a:endParaRPr>
          </a:p>
        </p:txBody>
      </p:sp>
      <p:sp>
        <p:nvSpPr>
          <p:cNvPr id="112" name="Google Shape;112;p13"/>
          <p:cNvSpPr/>
          <p:nvPr/>
        </p:nvSpPr>
        <p:spPr>
          <a:xfrm>
            <a:off x="1490873" y="4022428"/>
            <a:ext cx="38166260" cy="0"/>
          </a:xfrm>
          <a:prstGeom prst="rect">
            <a:avLst/>
          </a:prstGeom>
          <a:noFill/>
          <a:ln>
            <a:noFill/>
          </a:ln>
        </p:spPr>
        <p:txBody>
          <a:bodyPr spcFirstLastPara="1" wrap="square" lIns="79500" tIns="39739" rIns="79500" bIns="39739" anchor="ctr" anchorCtr="0">
            <a:noAutofit/>
          </a:bodyPr>
          <a:lstStyle/>
          <a:p>
            <a:endParaRPr sz="8088">
              <a:solidFill>
                <a:schemeClr val="dk1"/>
              </a:solidFill>
              <a:latin typeface="+mn-lt"/>
            </a:endParaRPr>
          </a:p>
        </p:txBody>
      </p:sp>
      <p:sp>
        <p:nvSpPr>
          <p:cNvPr id="113" name="Google Shape;113;p13"/>
          <p:cNvSpPr/>
          <p:nvPr/>
        </p:nvSpPr>
        <p:spPr>
          <a:xfrm>
            <a:off x="1490873" y="4022428"/>
            <a:ext cx="38166260" cy="0"/>
          </a:xfrm>
          <a:prstGeom prst="rect">
            <a:avLst/>
          </a:prstGeom>
          <a:noFill/>
          <a:ln>
            <a:noFill/>
          </a:ln>
        </p:spPr>
        <p:txBody>
          <a:bodyPr spcFirstLastPara="1" wrap="square" lIns="79500" tIns="39739" rIns="79500" bIns="39739" anchor="ctr" anchorCtr="0">
            <a:noAutofit/>
          </a:bodyPr>
          <a:lstStyle/>
          <a:p>
            <a:endParaRPr sz="8088">
              <a:solidFill>
                <a:schemeClr val="dk1"/>
              </a:solidFill>
              <a:latin typeface="+mn-lt"/>
            </a:endParaRPr>
          </a:p>
        </p:txBody>
      </p:sp>
      <p:pic>
        <p:nvPicPr>
          <p:cNvPr id="114" name="Google Shape;114;p13"/>
          <p:cNvPicPr preferRelativeResize="0"/>
          <p:nvPr/>
        </p:nvPicPr>
        <p:blipFill rotWithShape="1">
          <a:blip r:embed="rId4">
            <a:alphaModFix/>
          </a:blip>
          <a:srcRect r="79331"/>
          <a:stretch/>
        </p:blipFill>
        <p:spPr>
          <a:xfrm>
            <a:off x="2351046" y="4579022"/>
            <a:ext cx="2387824" cy="3664985"/>
          </a:xfrm>
          <a:prstGeom prst="rect">
            <a:avLst/>
          </a:prstGeom>
          <a:noFill/>
          <a:ln>
            <a:noFill/>
          </a:ln>
        </p:spPr>
      </p:pic>
      <p:sp>
        <p:nvSpPr>
          <p:cNvPr id="115" name="Google Shape;115;p13"/>
          <p:cNvSpPr txBox="1"/>
          <p:nvPr/>
        </p:nvSpPr>
        <p:spPr>
          <a:xfrm>
            <a:off x="1689652" y="8825980"/>
            <a:ext cx="12949027" cy="669080"/>
          </a:xfrm>
          <a:prstGeom prst="rect">
            <a:avLst/>
          </a:prstGeom>
          <a:solidFill>
            <a:srgbClr val="C32031"/>
          </a:solidFill>
          <a:ln w="9525" cap="flat" cmpd="sng">
            <a:solidFill>
              <a:srgbClr val="C32031"/>
            </a:solidFill>
            <a:prstDash val="solid"/>
            <a:round/>
            <a:headEnd type="none" w="sm" len="sm"/>
            <a:tailEnd type="none" w="sm" len="sm"/>
          </a:ln>
        </p:spPr>
        <p:txBody>
          <a:bodyPr spcFirstLastPara="1" wrap="square" lIns="79500" tIns="39739" rIns="79500" bIns="39739" anchor="t" anchorCtr="0">
            <a:noAutofit/>
          </a:bodyPr>
          <a:lstStyle/>
          <a:p>
            <a:pPr algn="ctr"/>
            <a:r>
              <a:rPr lang="en-US" sz="3826" b="1" cap="small">
                <a:solidFill>
                  <a:schemeClr val="lt1"/>
                </a:solidFill>
                <a:latin typeface="+mn-lt"/>
              </a:rPr>
              <a:t>Introduction</a:t>
            </a:r>
            <a:endParaRPr sz="3826" b="1" cap="small">
              <a:solidFill>
                <a:schemeClr val="lt1"/>
              </a:solidFill>
              <a:latin typeface="+mn-lt"/>
            </a:endParaRPr>
          </a:p>
        </p:txBody>
      </p:sp>
      <p:sp>
        <p:nvSpPr>
          <p:cNvPr id="117" name="Google Shape;117;p13"/>
          <p:cNvSpPr txBox="1"/>
          <p:nvPr/>
        </p:nvSpPr>
        <p:spPr>
          <a:xfrm>
            <a:off x="15161576" y="8825980"/>
            <a:ext cx="14158860" cy="669080"/>
          </a:xfrm>
          <a:prstGeom prst="rect">
            <a:avLst/>
          </a:prstGeom>
          <a:solidFill>
            <a:srgbClr val="C32031"/>
          </a:solidFill>
          <a:ln w="9525" cap="flat" cmpd="sng">
            <a:solidFill>
              <a:srgbClr val="C32031"/>
            </a:solidFill>
            <a:prstDash val="solid"/>
            <a:round/>
            <a:headEnd type="none" w="sm" len="sm"/>
            <a:tailEnd type="none" w="sm" len="sm"/>
          </a:ln>
        </p:spPr>
        <p:txBody>
          <a:bodyPr spcFirstLastPara="1" wrap="square" lIns="79500" tIns="39739" rIns="79500" bIns="39739" anchor="t" anchorCtr="0">
            <a:noAutofit/>
          </a:bodyPr>
          <a:lstStyle/>
          <a:p>
            <a:pPr algn="ctr"/>
            <a:r>
              <a:rPr lang="en-US" sz="3826" b="1" cap="small">
                <a:solidFill>
                  <a:schemeClr val="lt1"/>
                </a:solidFill>
                <a:latin typeface="+mn-lt"/>
              </a:rPr>
              <a:t>Methods</a:t>
            </a:r>
          </a:p>
        </p:txBody>
      </p:sp>
      <p:sp>
        <p:nvSpPr>
          <p:cNvPr id="2" name="Rectangle 1">
            <a:extLst>
              <a:ext uri="{FF2B5EF4-FFF2-40B4-BE49-F238E27FC236}">
                <a16:creationId xmlns:a16="http://schemas.microsoft.com/office/drawing/2014/main" id="{D9B86DAC-7767-4ED1-9F53-D115AAB51DF0}"/>
              </a:ext>
            </a:extLst>
          </p:cNvPr>
          <p:cNvSpPr/>
          <p:nvPr/>
        </p:nvSpPr>
        <p:spPr>
          <a:xfrm>
            <a:off x="5400261" y="4312039"/>
            <a:ext cx="27830675" cy="1717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9452" tIns="44726" rIns="89452" bIns="44726" rtlCol="0" anchor="ctr"/>
          <a:lstStyle/>
          <a:p>
            <a:pPr algn="ctr"/>
            <a:r>
              <a:rPr lang="en-US" sz="5723" b="1">
                <a:solidFill>
                  <a:sysClr val="windowText" lastClr="000000"/>
                </a:solidFill>
              </a:rPr>
              <a:t>Minimally Invasive Nerve Layer Identification Using PSOCT for Optimized Electrode Placement in PTNS.</a:t>
            </a:r>
            <a:endParaRPr lang="en-US" sz="1272"/>
          </a:p>
        </p:txBody>
      </p:sp>
      <p:sp>
        <p:nvSpPr>
          <p:cNvPr id="61" name="Google Shape;89;p13">
            <a:extLst>
              <a:ext uri="{FF2B5EF4-FFF2-40B4-BE49-F238E27FC236}">
                <a16:creationId xmlns:a16="http://schemas.microsoft.com/office/drawing/2014/main" id="{794CA933-1E0E-4F6A-842D-6ACEB86812D3}"/>
              </a:ext>
            </a:extLst>
          </p:cNvPr>
          <p:cNvSpPr txBox="1"/>
          <p:nvPr/>
        </p:nvSpPr>
        <p:spPr>
          <a:xfrm>
            <a:off x="4985863" y="5931293"/>
            <a:ext cx="28590950" cy="2551103"/>
          </a:xfrm>
          <a:prstGeom prst="rect">
            <a:avLst/>
          </a:prstGeom>
          <a:noFill/>
          <a:ln w="127000" cap="flat" cmpd="sng">
            <a:noFill/>
            <a:prstDash val="solid"/>
            <a:miter lim="800000"/>
            <a:headEnd type="none" w="sm" len="sm"/>
            <a:tailEnd type="none" w="sm" len="sm"/>
          </a:ln>
        </p:spPr>
        <p:txBody>
          <a:bodyPr spcFirstLastPara="1" wrap="square" lIns="90848" tIns="45413" rIns="90848" bIns="45413" anchor="ctr" anchorCtr="1">
            <a:noAutofit/>
          </a:bodyPr>
          <a:lstStyle/>
          <a:p>
            <a:pPr algn="ctr"/>
            <a:r>
              <a:rPr lang="en-US" altLang="en-US" sz="3473">
                <a:solidFill>
                  <a:schemeClr val="tx1"/>
                </a:solidFill>
                <a:ea typeface="MS PGothic"/>
              </a:rPr>
              <a:t>Ricardo Sanchez</a:t>
            </a:r>
            <a:r>
              <a:rPr lang="en-US" altLang="en-US" sz="3473" baseline="30000">
                <a:solidFill>
                  <a:schemeClr val="tx1"/>
                </a:solidFill>
                <a:ea typeface="MS PGothic"/>
              </a:rPr>
              <a:t>1,2</a:t>
            </a:r>
            <a:r>
              <a:rPr lang="en-US" altLang="en-US" sz="3473">
                <a:solidFill>
                  <a:schemeClr val="tx1"/>
                </a:solidFill>
                <a:ea typeface="MS PGothic"/>
              </a:rPr>
              <a:t>, Rex Chen</a:t>
            </a:r>
            <a:r>
              <a:rPr lang="en-US" altLang="en-US" sz="3473" baseline="30000">
                <a:solidFill>
                  <a:schemeClr val="tx1"/>
                </a:solidFill>
                <a:ea typeface="MS PGothic"/>
              </a:rPr>
              <a:t>1,2</a:t>
            </a:r>
            <a:r>
              <a:rPr lang="en-US" altLang="en-US" sz="3473">
                <a:solidFill>
                  <a:schemeClr val="tx1"/>
                </a:solidFill>
                <a:ea typeface="MS PGothic"/>
              </a:rPr>
              <a:t>, Kip Ludwig</a:t>
            </a:r>
            <a:r>
              <a:rPr lang="en-US" altLang="en-US" sz="3473" baseline="30000">
                <a:solidFill>
                  <a:schemeClr val="tx1"/>
                </a:solidFill>
                <a:ea typeface="MS PGothic"/>
              </a:rPr>
              <a:t>1,2,3</a:t>
            </a:r>
            <a:endParaRPr lang="en-US" altLang="en-US" sz="3473" baseline="30000">
              <a:solidFill>
                <a:schemeClr val="tx1"/>
              </a:solidFill>
            </a:endParaRPr>
          </a:p>
          <a:p>
            <a:pPr lvl="0" algn="ctr"/>
            <a:r>
              <a:rPr lang="en-US" sz="2782">
                <a:solidFill>
                  <a:schemeClr val="dk1"/>
                </a:solidFill>
                <a:latin typeface="+mn-lt"/>
              </a:rPr>
              <a:t>[1] Wisconsin Institute for Translational </a:t>
            </a:r>
            <a:r>
              <a:rPr lang="en-US" sz="2782" err="1">
                <a:solidFill>
                  <a:schemeClr val="dk1"/>
                </a:solidFill>
                <a:latin typeface="+mn-lt"/>
              </a:rPr>
              <a:t>Neuronginering</a:t>
            </a:r>
            <a:r>
              <a:rPr lang="en-US" sz="2782">
                <a:solidFill>
                  <a:schemeClr val="dk1"/>
                </a:solidFill>
                <a:latin typeface="+mn-lt"/>
              </a:rPr>
              <a:t> (</a:t>
            </a:r>
            <a:r>
              <a:rPr lang="en-US" sz="2782" err="1">
                <a:solidFill>
                  <a:schemeClr val="dk1"/>
                </a:solidFill>
                <a:latin typeface="+mn-lt"/>
              </a:rPr>
              <a:t>WITNe</a:t>
            </a:r>
            <a:r>
              <a:rPr lang="en-US" sz="2782">
                <a:solidFill>
                  <a:schemeClr val="dk1"/>
                </a:solidFill>
                <a:latin typeface="+mn-lt"/>
              </a:rPr>
              <a:t>), University of Wisconsin, Madison, Wisconsin, [2] Dept. of Biomedical Engineering, University of Wisconsin, Madison, Wisconsin, [3] Dept. of Neurosurgery, University of Wisconsin, Madison, Wisconsin</a:t>
            </a:r>
          </a:p>
        </p:txBody>
      </p:sp>
      <p:sp>
        <p:nvSpPr>
          <p:cNvPr id="170" name="Rectangle 169">
            <a:extLst>
              <a:ext uri="{FF2B5EF4-FFF2-40B4-BE49-F238E27FC236}">
                <a16:creationId xmlns:a16="http://schemas.microsoft.com/office/drawing/2014/main" id="{E1FF161E-0959-4539-B149-678FD3CD4D9D}"/>
              </a:ext>
            </a:extLst>
          </p:cNvPr>
          <p:cNvSpPr/>
          <p:nvPr/>
        </p:nvSpPr>
        <p:spPr>
          <a:xfrm>
            <a:off x="16415986" y="25175770"/>
            <a:ext cx="374290" cy="412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31"/>
          </a:p>
        </p:txBody>
      </p:sp>
      <p:pic>
        <p:nvPicPr>
          <p:cNvPr id="186" name="Picture 185">
            <a:extLst>
              <a:ext uri="{FF2B5EF4-FFF2-40B4-BE49-F238E27FC236}">
                <a16:creationId xmlns:a16="http://schemas.microsoft.com/office/drawing/2014/main" id="{8FFC9208-1CA8-5E6D-2B3D-D9DCCF428E76}"/>
              </a:ext>
            </a:extLst>
          </p:cNvPr>
          <p:cNvPicPr>
            <a:picLocks noChangeAspect="1"/>
          </p:cNvPicPr>
          <p:nvPr/>
        </p:nvPicPr>
        <p:blipFill>
          <a:blip r:embed="rId5"/>
          <a:stretch>
            <a:fillRect/>
          </a:stretch>
        </p:blipFill>
        <p:spPr>
          <a:xfrm>
            <a:off x="34094573" y="4463788"/>
            <a:ext cx="5145203" cy="3167112"/>
          </a:xfrm>
          <a:prstGeom prst="rect">
            <a:avLst/>
          </a:prstGeom>
        </p:spPr>
      </p:pic>
      <p:sp>
        <p:nvSpPr>
          <p:cNvPr id="1046" name="Google Shape;122;p13">
            <a:extLst>
              <a:ext uri="{FF2B5EF4-FFF2-40B4-BE49-F238E27FC236}">
                <a16:creationId xmlns:a16="http://schemas.microsoft.com/office/drawing/2014/main" id="{F736A69F-4878-990A-07B8-C96FA47E549C}"/>
              </a:ext>
            </a:extLst>
          </p:cNvPr>
          <p:cNvSpPr txBox="1"/>
          <p:nvPr/>
        </p:nvSpPr>
        <p:spPr>
          <a:xfrm>
            <a:off x="15161576" y="20088800"/>
            <a:ext cx="14151664" cy="669080"/>
          </a:xfrm>
          <a:prstGeom prst="rect">
            <a:avLst/>
          </a:prstGeom>
          <a:solidFill>
            <a:srgbClr val="C32031"/>
          </a:solidFill>
          <a:ln w="9525" cap="flat" cmpd="sng">
            <a:solidFill>
              <a:srgbClr val="C32031"/>
            </a:solidFill>
            <a:prstDash val="solid"/>
            <a:round/>
            <a:headEnd type="none" w="sm" len="sm"/>
            <a:tailEnd type="none" w="sm" len="sm"/>
          </a:ln>
        </p:spPr>
        <p:txBody>
          <a:bodyPr spcFirstLastPara="1" wrap="square" lIns="79500" tIns="39739" rIns="79500" bIns="39739" anchor="t" anchorCtr="0">
            <a:noAutofit/>
          </a:bodyPr>
          <a:lstStyle/>
          <a:p>
            <a:pPr algn="ctr"/>
            <a:r>
              <a:rPr lang="en-US" sz="3826" b="1" cap="small">
                <a:solidFill>
                  <a:schemeClr val="lt1"/>
                </a:solidFill>
                <a:latin typeface="+mn-lt"/>
              </a:rPr>
              <a:t>Results</a:t>
            </a:r>
            <a:endParaRPr sz="3826" b="1" cap="small">
              <a:solidFill>
                <a:schemeClr val="lt1"/>
              </a:solidFill>
              <a:latin typeface="+mn-lt"/>
            </a:endParaRPr>
          </a:p>
        </p:txBody>
      </p:sp>
      <p:sp>
        <p:nvSpPr>
          <p:cNvPr id="1062" name="Google Shape;118;p13">
            <a:extLst>
              <a:ext uri="{FF2B5EF4-FFF2-40B4-BE49-F238E27FC236}">
                <a16:creationId xmlns:a16="http://schemas.microsoft.com/office/drawing/2014/main" id="{D7BD38FB-82C8-5FF3-ABD8-1304A5EA35F3}"/>
              </a:ext>
            </a:extLst>
          </p:cNvPr>
          <p:cNvSpPr txBox="1"/>
          <p:nvPr/>
        </p:nvSpPr>
        <p:spPr>
          <a:xfrm>
            <a:off x="29665146" y="12916555"/>
            <a:ext cx="9541565" cy="669079"/>
          </a:xfrm>
          <a:prstGeom prst="rect">
            <a:avLst/>
          </a:prstGeom>
          <a:solidFill>
            <a:srgbClr val="C32031"/>
          </a:solidFill>
          <a:ln w="9525" cap="flat" cmpd="sng">
            <a:solidFill>
              <a:srgbClr val="C32031"/>
            </a:solidFill>
            <a:prstDash val="solid"/>
            <a:round/>
            <a:headEnd type="none" w="sm" len="sm"/>
            <a:tailEnd type="none" w="sm" len="sm"/>
          </a:ln>
        </p:spPr>
        <p:txBody>
          <a:bodyPr spcFirstLastPara="1" wrap="square" lIns="79500" tIns="39739" rIns="79500" bIns="39739" anchor="t" anchorCtr="0">
            <a:noAutofit/>
          </a:bodyPr>
          <a:lstStyle/>
          <a:p>
            <a:pPr algn="ctr"/>
            <a:r>
              <a:rPr lang="en-US" sz="3826" b="1" cap="small">
                <a:solidFill>
                  <a:schemeClr val="lt1"/>
                </a:solidFill>
                <a:latin typeface="+mn-lt"/>
              </a:rPr>
              <a:t>Future Plans</a:t>
            </a:r>
          </a:p>
        </p:txBody>
      </p:sp>
      <p:sp>
        <p:nvSpPr>
          <p:cNvPr id="98" name="Google Shape;98;p13"/>
          <p:cNvSpPr/>
          <p:nvPr/>
        </p:nvSpPr>
        <p:spPr>
          <a:xfrm>
            <a:off x="1667471" y="9762144"/>
            <a:ext cx="12971207" cy="4454064"/>
          </a:xfrm>
          <a:prstGeom prst="rect">
            <a:avLst/>
          </a:prstGeom>
          <a:noFill/>
          <a:ln>
            <a:noFill/>
          </a:ln>
        </p:spPr>
        <p:txBody>
          <a:bodyPr spcFirstLastPara="1" wrap="square" lIns="39739" tIns="39739" rIns="39739" bIns="39739" anchor="t" anchorCtr="0">
            <a:noAutofit/>
          </a:bodyPr>
          <a:lstStyle/>
          <a:p>
            <a:pPr algn="just"/>
            <a:r>
              <a:rPr lang="en-US" sz="3131">
                <a:solidFill>
                  <a:schemeClr val="tx1"/>
                </a:solidFill>
              </a:rPr>
              <a:t>Peripheral tibial nerve stimulation (PTNS) is commonly used to treat conditions like overactive bladder (OAB), but both clinic-placed needles and implanted systems avoid direct contact with the posterior tibial nerve due to risks of nerve damage and compression, which can cause chronic pain or tarsal tunnel syndrome. Current methods place electrodes several millimeters from the nerve, limiting therapeutic effect. Optimal therapeutic results requires placing the electrode closer to the nerve, ideally on the epineurium, while avoiding damage to surrounding tissue layers. </a:t>
            </a:r>
          </a:p>
          <a:p>
            <a:br>
              <a:rPr lang="en-US" sz="1272"/>
            </a:br>
            <a:endParaRPr lang="en-US" sz="1272"/>
          </a:p>
          <a:p>
            <a:endParaRPr lang="en-US" sz="2739">
              <a:solidFill>
                <a:schemeClr val="tx1"/>
              </a:solidFill>
            </a:endParaRPr>
          </a:p>
        </p:txBody>
      </p:sp>
      <p:sp>
        <p:nvSpPr>
          <p:cNvPr id="31" name="Google Shape;118;p13">
            <a:extLst>
              <a:ext uri="{FF2B5EF4-FFF2-40B4-BE49-F238E27FC236}">
                <a16:creationId xmlns:a16="http://schemas.microsoft.com/office/drawing/2014/main" id="{85CE2FFE-EA49-13A3-0560-5BE4BA1933CC}"/>
              </a:ext>
            </a:extLst>
          </p:cNvPr>
          <p:cNvSpPr txBox="1"/>
          <p:nvPr/>
        </p:nvSpPr>
        <p:spPr>
          <a:xfrm>
            <a:off x="29843335" y="8829785"/>
            <a:ext cx="9541565" cy="669079"/>
          </a:xfrm>
          <a:prstGeom prst="rect">
            <a:avLst/>
          </a:prstGeom>
          <a:solidFill>
            <a:srgbClr val="C32031"/>
          </a:solidFill>
          <a:ln w="9525" cap="flat" cmpd="sng">
            <a:solidFill>
              <a:srgbClr val="C32031"/>
            </a:solidFill>
            <a:prstDash val="solid"/>
            <a:round/>
            <a:headEnd type="none" w="sm" len="sm"/>
            <a:tailEnd type="none" w="sm" len="sm"/>
          </a:ln>
        </p:spPr>
        <p:txBody>
          <a:bodyPr spcFirstLastPara="1" wrap="square" lIns="79500" tIns="39739" rIns="79500" bIns="39739" anchor="t" anchorCtr="0">
            <a:noAutofit/>
          </a:bodyPr>
          <a:lstStyle/>
          <a:p>
            <a:pPr algn="ctr"/>
            <a:r>
              <a:rPr lang="en-US" sz="3826" b="1" cap="small">
                <a:solidFill>
                  <a:schemeClr val="lt1"/>
                </a:solidFill>
                <a:latin typeface="+mn-lt"/>
              </a:rPr>
              <a:t>Conclusions</a:t>
            </a:r>
            <a:endParaRPr sz="3826" b="1" cap="small">
              <a:solidFill>
                <a:schemeClr val="lt1"/>
              </a:solidFill>
              <a:latin typeface="+mn-lt"/>
            </a:endParaRPr>
          </a:p>
        </p:txBody>
      </p:sp>
      <p:sp>
        <p:nvSpPr>
          <p:cNvPr id="21" name="Rectangle 20">
            <a:extLst>
              <a:ext uri="{FF2B5EF4-FFF2-40B4-BE49-F238E27FC236}">
                <a16:creationId xmlns:a16="http://schemas.microsoft.com/office/drawing/2014/main" id="{28C46D41-6118-0799-E540-4F8410A24EE8}"/>
              </a:ext>
            </a:extLst>
          </p:cNvPr>
          <p:cNvSpPr/>
          <p:nvPr/>
        </p:nvSpPr>
        <p:spPr>
          <a:xfrm>
            <a:off x="0" y="12385429"/>
            <a:ext cx="729348" cy="600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72"/>
          </a:p>
        </p:txBody>
      </p:sp>
      <p:pic>
        <p:nvPicPr>
          <p:cNvPr id="3" name="Picture 2" descr="A diagram of a human body&#10;&#10;Description automatically generated">
            <a:extLst>
              <a:ext uri="{FF2B5EF4-FFF2-40B4-BE49-F238E27FC236}">
                <a16:creationId xmlns:a16="http://schemas.microsoft.com/office/drawing/2014/main" id="{DF74AC7F-23BC-F6E9-0EF4-7E2CCD12818A}"/>
              </a:ext>
            </a:extLst>
          </p:cNvPr>
          <p:cNvPicPr>
            <a:picLocks noChangeAspect="1"/>
          </p:cNvPicPr>
          <p:nvPr/>
        </p:nvPicPr>
        <p:blipFill>
          <a:blip r:embed="rId6"/>
          <a:srcRect l="5482" t="37243" r="46146" b="1211"/>
          <a:stretch/>
        </p:blipFill>
        <p:spPr>
          <a:xfrm>
            <a:off x="15213236" y="20862008"/>
            <a:ext cx="7708429" cy="6960019"/>
          </a:xfrm>
          <a:prstGeom prst="rect">
            <a:avLst/>
          </a:prstGeom>
        </p:spPr>
      </p:pic>
      <p:pic>
        <p:nvPicPr>
          <p:cNvPr id="6" name="Picture 5" descr="A diagram of a human body&#10;&#10;Description automatically generated">
            <a:extLst>
              <a:ext uri="{FF2B5EF4-FFF2-40B4-BE49-F238E27FC236}">
                <a16:creationId xmlns:a16="http://schemas.microsoft.com/office/drawing/2014/main" id="{1C708038-5BC5-EEC3-FE16-9DB1C10BE247}"/>
              </a:ext>
            </a:extLst>
          </p:cNvPr>
          <p:cNvPicPr>
            <a:picLocks noChangeAspect="1"/>
          </p:cNvPicPr>
          <p:nvPr/>
        </p:nvPicPr>
        <p:blipFill>
          <a:blip r:embed="rId6"/>
          <a:srcRect l="54483" t="70235" r="5168" b="3995"/>
          <a:stretch/>
        </p:blipFill>
        <p:spPr>
          <a:xfrm>
            <a:off x="15229257" y="28016483"/>
            <a:ext cx="7676385" cy="3479378"/>
          </a:xfrm>
          <a:prstGeom prst="rect">
            <a:avLst/>
          </a:prstGeom>
        </p:spPr>
      </p:pic>
      <p:grpSp>
        <p:nvGrpSpPr>
          <p:cNvPr id="19" name="Group 18">
            <a:extLst>
              <a:ext uri="{FF2B5EF4-FFF2-40B4-BE49-F238E27FC236}">
                <a16:creationId xmlns:a16="http://schemas.microsoft.com/office/drawing/2014/main" id="{CD6F5163-FD7A-D425-728E-0079CA4465B4}"/>
              </a:ext>
            </a:extLst>
          </p:cNvPr>
          <p:cNvGrpSpPr/>
          <p:nvPr/>
        </p:nvGrpSpPr>
        <p:grpSpPr>
          <a:xfrm>
            <a:off x="1667471" y="21281497"/>
            <a:ext cx="12320386" cy="6598935"/>
            <a:chOff x="1886681" y="8514219"/>
            <a:chExt cx="11403526" cy="6107855"/>
          </a:xfrm>
        </p:grpSpPr>
        <p:pic>
          <p:nvPicPr>
            <p:cNvPr id="7" name="Picture 6" descr="A diagram of a medical device&#10;&#10;Description automatically generated">
              <a:extLst>
                <a:ext uri="{FF2B5EF4-FFF2-40B4-BE49-F238E27FC236}">
                  <a16:creationId xmlns:a16="http://schemas.microsoft.com/office/drawing/2014/main" id="{737282C4-1CA1-8500-DD2C-0DABAE72A77A}"/>
                </a:ext>
              </a:extLst>
            </p:cNvPr>
            <p:cNvPicPr>
              <a:picLocks noChangeAspect="1"/>
            </p:cNvPicPr>
            <p:nvPr/>
          </p:nvPicPr>
          <p:blipFill>
            <a:blip r:embed="rId3"/>
            <a:srcRect l="3057" t="809" r="1667" b="48342"/>
            <a:stretch/>
          </p:blipFill>
          <p:spPr>
            <a:xfrm>
              <a:off x="1886681" y="8514219"/>
              <a:ext cx="11403526" cy="6107855"/>
            </a:xfrm>
            <a:prstGeom prst="rect">
              <a:avLst/>
            </a:prstGeom>
          </p:spPr>
        </p:pic>
        <p:sp>
          <p:nvSpPr>
            <p:cNvPr id="8" name="Rectangle 7">
              <a:extLst>
                <a:ext uri="{FF2B5EF4-FFF2-40B4-BE49-F238E27FC236}">
                  <a16:creationId xmlns:a16="http://schemas.microsoft.com/office/drawing/2014/main" id="{DCB0FF70-50A0-97DB-0F66-6A5853192842}"/>
                </a:ext>
              </a:extLst>
            </p:cNvPr>
            <p:cNvSpPr/>
            <p:nvPr/>
          </p:nvSpPr>
          <p:spPr>
            <a:xfrm>
              <a:off x="11877585" y="8946873"/>
              <a:ext cx="778582" cy="6576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72"/>
            </a:p>
          </p:txBody>
        </p:sp>
        <p:sp>
          <p:nvSpPr>
            <p:cNvPr id="9" name="Rectangle 8">
              <a:extLst>
                <a:ext uri="{FF2B5EF4-FFF2-40B4-BE49-F238E27FC236}">
                  <a16:creationId xmlns:a16="http://schemas.microsoft.com/office/drawing/2014/main" id="{E75EA118-EC6D-852C-1A6D-36468AC1275F}"/>
                </a:ext>
              </a:extLst>
            </p:cNvPr>
            <p:cNvSpPr/>
            <p:nvPr/>
          </p:nvSpPr>
          <p:spPr>
            <a:xfrm>
              <a:off x="1980016" y="8747545"/>
              <a:ext cx="778582" cy="6576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72"/>
            </a:p>
          </p:txBody>
        </p:sp>
      </p:grpSp>
      <p:sp>
        <p:nvSpPr>
          <p:cNvPr id="12" name="Google Shape;118;p13">
            <a:extLst>
              <a:ext uri="{FF2B5EF4-FFF2-40B4-BE49-F238E27FC236}">
                <a16:creationId xmlns:a16="http://schemas.microsoft.com/office/drawing/2014/main" id="{53293F44-EED1-1E5F-5E2E-3DA5FD58C7EE}"/>
              </a:ext>
            </a:extLst>
          </p:cNvPr>
          <p:cNvSpPr txBox="1"/>
          <p:nvPr/>
        </p:nvSpPr>
        <p:spPr>
          <a:xfrm>
            <a:off x="29843335" y="26343599"/>
            <a:ext cx="9541565" cy="669079"/>
          </a:xfrm>
          <a:prstGeom prst="rect">
            <a:avLst/>
          </a:prstGeom>
          <a:solidFill>
            <a:srgbClr val="C32031"/>
          </a:solidFill>
          <a:ln w="9525" cap="flat" cmpd="sng">
            <a:solidFill>
              <a:srgbClr val="C32031"/>
            </a:solidFill>
            <a:prstDash val="solid"/>
            <a:round/>
            <a:headEnd type="none" w="sm" len="sm"/>
            <a:tailEnd type="none" w="sm" len="sm"/>
          </a:ln>
        </p:spPr>
        <p:txBody>
          <a:bodyPr spcFirstLastPara="1" wrap="square" lIns="79500" tIns="39739" rIns="79500" bIns="39739" anchor="t" anchorCtr="0">
            <a:noAutofit/>
          </a:bodyPr>
          <a:lstStyle/>
          <a:p>
            <a:pPr algn="ctr"/>
            <a:r>
              <a:rPr lang="en-US" sz="3826" b="1" cap="small">
                <a:solidFill>
                  <a:schemeClr val="lt1"/>
                </a:solidFill>
                <a:latin typeface="+mn-lt"/>
              </a:rPr>
              <a:t>Acknowledgments</a:t>
            </a:r>
          </a:p>
          <a:p>
            <a:pPr algn="ctr"/>
            <a:r>
              <a:rPr lang="en-US" sz="3826" b="1" cap="small">
                <a:solidFill>
                  <a:schemeClr val="lt1"/>
                </a:solidFill>
                <a:latin typeface="+mn-lt"/>
              </a:rPr>
              <a:t>Future Work</a:t>
            </a:r>
            <a:endParaRPr sz="3826" b="1" cap="small">
              <a:solidFill>
                <a:schemeClr val="lt1"/>
              </a:solidFill>
              <a:latin typeface="+mn-lt"/>
            </a:endParaRPr>
          </a:p>
        </p:txBody>
      </p:sp>
      <p:grpSp>
        <p:nvGrpSpPr>
          <p:cNvPr id="35" name="Group 34">
            <a:extLst>
              <a:ext uri="{FF2B5EF4-FFF2-40B4-BE49-F238E27FC236}">
                <a16:creationId xmlns:a16="http://schemas.microsoft.com/office/drawing/2014/main" id="{D2D4A2D0-04A1-B653-6AA5-428B048AFC96}"/>
              </a:ext>
            </a:extLst>
          </p:cNvPr>
          <p:cNvGrpSpPr/>
          <p:nvPr/>
        </p:nvGrpSpPr>
        <p:grpSpPr>
          <a:xfrm>
            <a:off x="1541331" y="14052706"/>
            <a:ext cx="13097347" cy="4550583"/>
            <a:chOff x="1339011" y="9232203"/>
            <a:chExt cx="14166846" cy="4922173"/>
          </a:xfrm>
        </p:grpSpPr>
        <p:pic>
          <p:nvPicPr>
            <p:cNvPr id="11" name="Picture 10">
              <a:extLst>
                <a:ext uri="{FF2B5EF4-FFF2-40B4-BE49-F238E27FC236}">
                  <a16:creationId xmlns:a16="http://schemas.microsoft.com/office/drawing/2014/main" id="{BFA48DBB-D751-F88B-09C9-15F9E5B7521C}"/>
                </a:ext>
              </a:extLst>
            </p:cNvPr>
            <p:cNvPicPr>
              <a:picLocks noChangeAspect="1"/>
            </p:cNvPicPr>
            <p:nvPr/>
          </p:nvPicPr>
          <p:blipFill>
            <a:blip r:embed="rId7"/>
            <a:srcRect t="49561" r="5552"/>
            <a:stretch/>
          </p:blipFill>
          <p:spPr>
            <a:xfrm>
              <a:off x="8176222" y="9232203"/>
              <a:ext cx="7329635" cy="4922173"/>
            </a:xfrm>
            <a:prstGeom prst="rect">
              <a:avLst/>
            </a:prstGeom>
          </p:spPr>
        </p:pic>
        <p:pic>
          <p:nvPicPr>
            <p:cNvPr id="14" name="Picture 13">
              <a:extLst>
                <a:ext uri="{FF2B5EF4-FFF2-40B4-BE49-F238E27FC236}">
                  <a16:creationId xmlns:a16="http://schemas.microsoft.com/office/drawing/2014/main" id="{FC237818-FBCE-0E9C-1C5A-11BD71F6ADF5}"/>
                </a:ext>
              </a:extLst>
            </p:cNvPr>
            <p:cNvPicPr>
              <a:picLocks noChangeAspect="1"/>
            </p:cNvPicPr>
            <p:nvPr/>
          </p:nvPicPr>
          <p:blipFill>
            <a:blip r:embed="rId7"/>
            <a:srcRect b="48580"/>
            <a:stretch/>
          </p:blipFill>
          <p:spPr>
            <a:xfrm>
              <a:off x="1339011" y="9232203"/>
              <a:ext cx="7603161" cy="4916105"/>
            </a:xfrm>
            <a:prstGeom prst="rect">
              <a:avLst/>
            </a:prstGeom>
          </p:spPr>
        </p:pic>
      </p:grpSp>
      <p:sp>
        <p:nvSpPr>
          <p:cNvPr id="16" name="TextBox 15">
            <a:extLst>
              <a:ext uri="{FF2B5EF4-FFF2-40B4-BE49-F238E27FC236}">
                <a16:creationId xmlns:a16="http://schemas.microsoft.com/office/drawing/2014/main" id="{71DE4B31-2B7E-A1FD-0CC7-69F6AB27C23C}"/>
              </a:ext>
            </a:extLst>
          </p:cNvPr>
          <p:cNvSpPr txBox="1"/>
          <p:nvPr/>
        </p:nvSpPr>
        <p:spPr>
          <a:xfrm>
            <a:off x="23147811" y="21000137"/>
            <a:ext cx="6165429" cy="7269653"/>
          </a:xfrm>
          <a:prstGeom prst="rect">
            <a:avLst/>
          </a:prstGeom>
          <a:noFill/>
        </p:spPr>
        <p:txBody>
          <a:bodyPr wrap="square" rtlCol="0">
            <a:spAutoFit/>
          </a:bodyPr>
          <a:lstStyle/>
          <a:p>
            <a:pPr algn="just">
              <a:lnSpc>
                <a:spcPct val="107000"/>
              </a:lnSpc>
              <a:spcAft>
                <a:spcPts val="783"/>
              </a:spcAft>
            </a:pPr>
            <a:r>
              <a:rPr lang="en-US" sz="3131" kern="100">
                <a:latin typeface="+mn-lt"/>
                <a:ea typeface="Aptos" panose="020B0004020202020204" pitchFamily="34" charset="0"/>
                <a:cs typeface="Times New Roman" panose="02020603050405020304" pitchFamily="18" charset="0"/>
              </a:rPr>
              <a:t>The PSOCT data showed clear changes in tissue layers as the needle probe neared the muscle-sciatic nerve interface, with polarization data aligning with shifts in fiber directionality. After post-examination, the polarization data putatively correlated with the identified tissue layers. This correlation supports the probe’s potential to distinguish between muscle, connective tissue, and nerve sheaths based on polarization characteristics.</a:t>
            </a:r>
          </a:p>
        </p:txBody>
      </p:sp>
      <p:sp>
        <p:nvSpPr>
          <p:cNvPr id="20" name="TextBox 19">
            <a:extLst>
              <a:ext uri="{FF2B5EF4-FFF2-40B4-BE49-F238E27FC236}">
                <a16:creationId xmlns:a16="http://schemas.microsoft.com/office/drawing/2014/main" id="{5569FDAB-8716-FC13-84C7-C2A33FB05906}"/>
              </a:ext>
            </a:extLst>
          </p:cNvPr>
          <p:cNvSpPr txBox="1"/>
          <p:nvPr/>
        </p:nvSpPr>
        <p:spPr>
          <a:xfrm>
            <a:off x="29836139" y="9706665"/>
            <a:ext cx="9497101" cy="2980749"/>
          </a:xfrm>
          <a:prstGeom prst="rect">
            <a:avLst/>
          </a:prstGeom>
          <a:noFill/>
        </p:spPr>
        <p:txBody>
          <a:bodyPr wrap="square" rtlCol="0">
            <a:spAutoFit/>
          </a:bodyPr>
          <a:lstStyle/>
          <a:p>
            <a:pPr algn="just"/>
            <a:r>
              <a:rPr lang="en-US" sz="3131" kern="100">
                <a:latin typeface="+mn-lt"/>
                <a:ea typeface="Aptos" panose="020B0004020202020204" pitchFamily="34" charset="0"/>
                <a:cs typeface="Times New Roman" panose="02020603050405020304" pitchFamily="18" charset="0"/>
              </a:rPr>
              <a:t>The initial results are promising in identifying tissue layers and are a meaningful contribution to further iterations of the needle probe. These improvements will serve to develop a probe to increase the safety of implantations while maximizing the therapeutic effects. </a:t>
            </a:r>
            <a:endParaRPr lang="en-US" sz="1272"/>
          </a:p>
        </p:txBody>
      </p:sp>
      <p:sp>
        <p:nvSpPr>
          <p:cNvPr id="22" name="TextBox 21">
            <a:extLst>
              <a:ext uri="{FF2B5EF4-FFF2-40B4-BE49-F238E27FC236}">
                <a16:creationId xmlns:a16="http://schemas.microsoft.com/office/drawing/2014/main" id="{EA70499A-2779-623E-0AC4-EB37AF835916}"/>
              </a:ext>
            </a:extLst>
          </p:cNvPr>
          <p:cNvSpPr txBox="1"/>
          <p:nvPr/>
        </p:nvSpPr>
        <p:spPr>
          <a:xfrm>
            <a:off x="15168774" y="9668760"/>
            <a:ext cx="5931903" cy="9246506"/>
          </a:xfrm>
          <a:prstGeom prst="rect">
            <a:avLst/>
          </a:prstGeom>
          <a:noFill/>
        </p:spPr>
        <p:txBody>
          <a:bodyPr wrap="square" rtlCol="0">
            <a:spAutoFit/>
          </a:bodyPr>
          <a:lstStyle/>
          <a:p>
            <a:pPr algn="just">
              <a:spcAft>
                <a:spcPts val="783"/>
              </a:spcAft>
            </a:pPr>
            <a:r>
              <a:rPr lang="en-US" sz="3131" kern="100">
                <a:latin typeface="+mn-lt"/>
                <a:ea typeface="Aptos" panose="020B0004020202020204" pitchFamily="34" charset="0"/>
                <a:cs typeface="Times New Roman" panose="02020603050405020304" pitchFamily="18" charset="0"/>
              </a:rPr>
              <a:t>Porcine models were selected for this study due to the similarities in neural-anatomical size to humans. A 1.5-inch, 23-gauge needle probe with an embedded optical fiber was mounted on a Siskiyou MX7600 Series micromanipulator. The probe was inserted through two layers of muscle and carefully positioned at the estimated surface of the sciatic nerve. It was held in place for 30 seconds to capture data before being withdrawn. After the procedure, the sciatic nerve and surrounding muscle tissue were dissected to identify and verify the tissue layers.</a:t>
            </a:r>
            <a:endParaRPr lang="en-US" sz="2739">
              <a:latin typeface="+mn-lt"/>
            </a:endParaRPr>
          </a:p>
        </p:txBody>
      </p:sp>
      <p:sp>
        <p:nvSpPr>
          <p:cNvPr id="27" name="TextBox 26">
            <a:extLst>
              <a:ext uri="{FF2B5EF4-FFF2-40B4-BE49-F238E27FC236}">
                <a16:creationId xmlns:a16="http://schemas.microsoft.com/office/drawing/2014/main" id="{D38DA216-6406-E520-FF0F-63C0A61E5D5B}"/>
              </a:ext>
            </a:extLst>
          </p:cNvPr>
          <p:cNvSpPr txBox="1"/>
          <p:nvPr/>
        </p:nvSpPr>
        <p:spPr>
          <a:xfrm>
            <a:off x="1667471" y="19067572"/>
            <a:ext cx="13147806" cy="2017275"/>
          </a:xfrm>
          <a:prstGeom prst="rect">
            <a:avLst/>
          </a:prstGeom>
          <a:noFill/>
        </p:spPr>
        <p:txBody>
          <a:bodyPr wrap="square">
            <a:spAutoFit/>
          </a:bodyPr>
          <a:lstStyle/>
          <a:p>
            <a:pPr algn="just"/>
            <a:r>
              <a:rPr lang="en-US" sz="3131"/>
              <a:t>To address this issue, we developed a minimally invasive needle probe with polarization-sensitive optical coherence tomography (PSOCT) to accurately identify the surrounding tissue layers and improve electrode placement.</a:t>
            </a:r>
          </a:p>
        </p:txBody>
      </p:sp>
      <p:sp>
        <p:nvSpPr>
          <p:cNvPr id="50" name="Google Shape;115;p13">
            <a:extLst>
              <a:ext uri="{FF2B5EF4-FFF2-40B4-BE49-F238E27FC236}">
                <a16:creationId xmlns:a16="http://schemas.microsoft.com/office/drawing/2014/main" id="{281B8373-C5D3-4B6E-AA72-6A7127B00FB8}"/>
              </a:ext>
            </a:extLst>
          </p:cNvPr>
          <p:cNvSpPr txBox="1"/>
          <p:nvPr/>
        </p:nvSpPr>
        <p:spPr>
          <a:xfrm>
            <a:off x="1782942" y="28077083"/>
            <a:ext cx="12855736" cy="583195"/>
          </a:xfrm>
          <a:prstGeom prst="rect">
            <a:avLst/>
          </a:prstGeom>
          <a:solidFill>
            <a:srgbClr val="C32031"/>
          </a:solidFill>
          <a:ln w="9525" cap="flat" cmpd="sng">
            <a:solidFill>
              <a:srgbClr val="C32031"/>
            </a:solidFill>
            <a:prstDash val="solid"/>
            <a:round/>
            <a:headEnd type="none" w="sm" len="sm"/>
            <a:tailEnd type="none" w="sm" len="sm"/>
          </a:ln>
        </p:spPr>
        <p:txBody>
          <a:bodyPr spcFirstLastPara="1" wrap="square" lIns="79500" tIns="39739" rIns="79500" bIns="39739" anchor="t" anchorCtr="0">
            <a:noAutofit/>
          </a:bodyPr>
          <a:lstStyle/>
          <a:p>
            <a:pPr algn="ctr"/>
            <a:r>
              <a:rPr lang="en-US" sz="3826" b="1" cap="small">
                <a:solidFill>
                  <a:schemeClr val="lt1"/>
                </a:solidFill>
                <a:latin typeface="+mn-lt"/>
              </a:rPr>
              <a:t>Objective</a:t>
            </a:r>
          </a:p>
        </p:txBody>
      </p:sp>
      <p:sp>
        <p:nvSpPr>
          <p:cNvPr id="51" name="TextBox 50">
            <a:extLst>
              <a:ext uri="{FF2B5EF4-FFF2-40B4-BE49-F238E27FC236}">
                <a16:creationId xmlns:a16="http://schemas.microsoft.com/office/drawing/2014/main" id="{67B96B15-F261-396F-16C1-F025FF9B26B2}"/>
              </a:ext>
            </a:extLst>
          </p:cNvPr>
          <p:cNvSpPr txBox="1"/>
          <p:nvPr/>
        </p:nvSpPr>
        <p:spPr>
          <a:xfrm>
            <a:off x="1782942" y="28904852"/>
            <a:ext cx="12855736" cy="2501326"/>
          </a:xfrm>
          <a:prstGeom prst="rect">
            <a:avLst/>
          </a:prstGeom>
          <a:noFill/>
        </p:spPr>
        <p:txBody>
          <a:bodyPr wrap="square">
            <a:spAutoFit/>
          </a:bodyPr>
          <a:lstStyle/>
          <a:p>
            <a:pPr algn="just"/>
            <a:r>
              <a:rPr lang="en-US" sz="3131" b="1" i="1"/>
              <a:t>Evaluate the probe’s ability to identify tissue layers around the sciatic nerve in a porcine model. To develop a probe that can safely guide electrode placement close to the nerve, improving stimulation precision and reducing the risk of adverse effects in OAB treatment.</a:t>
            </a:r>
          </a:p>
        </p:txBody>
      </p:sp>
      <p:sp>
        <p:nvSpPr>
          <p:cNvPr id="4" name="TextBox 3">
            <a:extLst>
              <a:ext uri="{FF2B5EF4-FFF2-40B4-BE49-F238E27FC236}">
                <a16:creationId xmlns:a16="http://schemas.microsoft.com/office/drawing/2014/main" id="{B0C2CBA5-9B4D-11E0-949F-BA4280EAC7D9}"/>
              </a:ext>
            </a:extLst>
          </p:cNvPr>
          <p:cNvSpPr txBox="1"/>
          <p:nvPr/>
        </p:nvSpPr>
        <p:spPr>
          <a:xfrm>
            <a:off x="29836139" y="19175656"/>
            <a:ext cx="9370572" cy="6834647"/>
          </a:xfrm>
          <a:prstGeom prst="rect">
            <a:avLst/>
          </a:prstGeom>
          <a:noFill/>
        </p:spPr>
        <p:txBody>
          <a:bodyPr wrap="square" rtlCol="0">
            <a:spAutoFit/>
          </a:bodyPr>
          <a:lstStyle/>
          <a:p>
            <a:pPr algn="just"/>
            <a:r>
              <a:rPr lang="en-US" sz="3131"/>
              <a:t>Future experiments will focus on iterative improvements to the needle probe, integrating the capability to inject tissue dye for validation of the recorded tissue layers. This will allow us to directly confirm the accuracy of the PSOCT system’s tissue identification. Additionally, we will assess the probe’s performance with injectable materials to further refine its precision and reliability in clinical applications. Furthermore, the probe will be changed with suction functionality, similar to that used in endoscopic surgical probes, to improve precision during procedures and ensure clearer access to key tissue layers for accurate identification and electrode placemen</a:t>
            </a:r>
          </a:p>
        </p:txBody>
      </p:sp>
      <p:pic>
        <p:nvPicPr>
          <p:cNvPr id="15" name="Picture 14" descr="A computer screen shot of a diagram&#10;&#10;Description automatically generated">
            <a:extLst>
              <a:ext uri="{FF2B5EF4-FFF2-40B4-BE49-F238E27FC236}">
                <a16:creationId xmlns:a16="http://schemas.microsoft.com/office/drawing/2014/main" id="{8F70626C-153D-A376-3C47-F5729790EA70}"/>
              </a:ext>
            </a:extLst>
          </p:cNvPr>
          <p:cNvPicPr>
            <a:picLocks noChangeAspect="1"/>
          </p:cNvPicPr>
          <p:nvPr/>
        </p:nvPicPr>
        <p:blipFill>
          <a:blip r:embed="rId8"/>
          <a:srcRect l="4464" t="6170" r="49354" b="12591"/>
          <a:stretch/>
        </p:blipFill>
        <p:spPr>
          <a:xfrm>
            <a:off x="20574000" y="9668761"/>
            <a:ext cx="8330959" cy="10258585"/>
          </a:xfrm>
          <a:prstGeom prst="rect">
            <a:avLst/>
          </a:prstGeom>
        </p:spPr>
      </p:pic>
      <p:sp>
        <p:nvSpPr>
          <p:cNvPr id="10" name="TextBox 9">
            <a:extLst>
              <a:ext uri="{FF2B5EF4-FFF2-40B4-BE49-F238E27FC236}">
                <a16:creationId xmlns:a16="http://schemas.microsoft.com/office/drawing/2014/main" id="{9692BDFE-FEFA-F72B-C959-42272703AD7B}"/>
              </a:ext>
            </a:extLst>
          </p:cNvPr>
          <p:cNvSpPr txBox="1"/>
          <p:nvPr/>
        </p:nvSpPr>
        <p:spPr>
          <a:xfrm>
            <a:off x="29784479" y="27066941"/>
            <a:ext cx="9548761" cy="3944224"/>
          </a:xfrm>
          <a:prstGeom prst="rect">
            <a:avLst/>
          </a:prstGeom>
          <a:noFill/>
        </p:spPr>
        <p:txBody>
          <a:bodyPr wrap="square">
            <a:spAutoFit/>
          </a:bodyPr>
          <a:lstStyle/>
          <a:p>
            <a:r>
              <a:rPr lang="en-US" sz="3131" b="1">
                <a:latin typeface="Arial" panose="020B0604020202020204" pitchFamily="34" charset="0"/>
                <a:cs typeface="Arial" panose="020B0604020202020204" pitchFamily="34" charset="0"/>
              </a:rPr>
              <a:t>Funding: </a:t>
            </a:r>
            <a:r>
              <a:rPr lang="en-US" sz="3131">
                <a:latin typeface="Arial" panose="020B0604020202020204" pitchFamily="34" charset="0"/>
                <a:cs typeface="Arial" panose="020B0604020202020204" pitchFamily="34" charset="0"/>
              </a:rPr>
              <a:t> NIH (1R01NS138422-01), and The Grainger Institute for Engineering – University of Wisconsin Madison</a:t>
            </a:r>
          </a:p>
          <a:p>
            <a:endParaRPr lang="en-US" sz="3131">
              <a:latin typeface="Arial" panose="020B0604020202020204" pitchFamily="34" charset="0"/>
              <a:cs typeface="Arial" panose="020B0604020202020204" pitchFamily="34" charset="0"/>
            </a:endParaRPr>
          </a:p>
          <a:p>
            <a:r>
              <a:rPr lang="en-US" sz="3131" b="1">
                <a:latin typeface="Arial" panose="020B0604020202020204" pitchFamily="34" charset="0"/>
                <a:cs typeface="Arial" panose="020B0604020202020204" pitchFamily="34" charset="0"/>
              </a:rPr>
              <a:t>Institutions: </a:t>
            </a:r>
            <a:r>
              <a:rPr lang="en-US" sz="3131">
                <a:latin typeface="Arial" panose="020B0604020202020204" pitchFamily="34" charset="0"/>
                <a:cs typeface="Arial" panose="020B0604020202020204" pitchFamily="34" charset="0"/>
              </a:rPr>
              <a:t>Thank you to the FDA (Ilyas </a:t>
            </a:r>
            <a:r>
              <a:rPr lang="en-US" sz="3131" err="1">
                <a:latin typeface="Arial" panose="020B0604020202020204" pitchFamily="34" charset="0"/>
                <a:cs typeface="Arial" panose="020B0604020202020204" pitchFamily="34" charset="0"/>
              </a:rPr>
              <a:t>Saytashev</a:t>
            </a:r>
            <a:r>
              <a:rPr lang="en-US" sz="3131">
                <a:latin typeface="Arial" panose="020B0604020202020204" pitchFamily="34" charset="0"/>
                <a:cs typeface="Arial" panose="020B0604020202020204" pitchFamily="34" charset="0"/>
              </a:rPr>
              <a:t>) and Harvard (Benjamin J. </a:t>
            </a:r>
            <a:r>
              <a:rPr lang="en-US" sz="3131" err="1">
                <a:latin typeface="Arial" panose="020B0604020202020204" pitchFamily="34" charset="0"/>
                <a:cs typeface="Arial" panose="020B0604020202020204" pitchFamily="34" charset="0"/>
              </a:rPr>
              <a:t>Vakoc</a:t>
            </a:r>
            <a:r>
              <a:rPr lang="en-US" sz="3131">
                <a:latin typeface="Arial" panose="020B0604020202020204" pitchFamily="34" charset="0"/>
                <a:cs typeface="Arial" panose="020B0604020202020204" pitchFamily="34" charset="0"/>
              </a:rPr>
              <a:t> and Danielle J. Harper) for their instrumental help with the SPARK PSOCT system.</a:t>
            </a:r>
            <a:endParaRPr lang="en-US" sz="3131" b="1">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Ian Baumgart</dc:creator>
  <cp:revision>1</cp:revision>
  <dcterms:modified xsi:type="dcterms:W3CDTF">2025-04-17T15:51:43Z</dcterms:modified>
</cp:coreProperties>
</file>